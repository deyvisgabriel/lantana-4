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2" r:id="rId16"/>
    <p:sldId id="274" r:id="rId17"/>
    <p:sldId id="271" r:id="rId18"/>
    <p:sldId id="273" r:id="rId19"/>
    <p:sldId id="275" r:id="rId20"/>
    <p:sldId id="266" r:id="rId21"/>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1156"/>
    <a:srgbClr val="001357"/>
    <a:srgbClr val="FDFA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78" d="100"/>
          <a:sy n="78" d="100"/>
        </p:scale>
        <p:origin x="1812" y="9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MX"/>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MX"/>
          </a:p>
        </p:txBody>
      </p:sp>
      <p:sp>
        <p:nvSpPr>
          <p:cNvPr id="4" name="Marcador de fecha 3"/>
          <p:cNvSpPr>
            <a:spLocks noGrp="1"/>
          </p:cNvSpPr>
          <p:nvPr>
            <p:ph type="dt" sz="half" idx="10"/>
          </p:nvPr>
        </p:nvSpPr>
        <p:spPr/>
        <p:txBody>
          <a:bodyPr/>
          <a:lstStyle/>
          <a:p>
            <a:fld id="{5ECD1452-10C9-4948-A6A3-52E37FCE98B3}" type="datetimeFigureOut">
              <a:rPr lang="es-MX" smtClean="0"/>
              <a:t>02/12/2025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3AA64C3E-9ECD-4CE6-83E6-147D53570A17}" type="slidenum">
              <a:rPr lang="es-MX" smtClean="0"/>
              <a:t>‹Nº›</a:t>
            </a:fld>
            <a:endParaRPr lang="es-MX"/>
          </a:p>
        </p:txBody>
      </p:sp>
    </p:spTree>
    <p:extLst>
      <p:ext uri="{BB962C8B-B14F-4D97-AF65-F5344CB8AC3E}">
        <p14:creationId xmlns:p14="http://schemas.microsoft.com/office/powerpoint/2010/main" val="3181084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5ECD1452-10C9-4948-A6A3-52E37FCE98B3}" type="datetimeFigureOut">
              <a:rPr lang="es-MX" smtClean="0"/>
              <a:t>02/12/2025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3AA64C3E-9ECD-4CE6-83E6-147D53570A17}" type="slidenum">
              <a:rPr lang="es-MX" smtClean="0"/>
              <a:t>‹Nº›</a:t>
            </a:fld>
            <a:endParaRPr lang="es-MX"/>
          </a:p>
        </p:txBody>
      </p:sp>
    </p:spTree>
    <p:extLst>
      <p:ext uri="{BB962C8B-B14F-4D97-AF65-F5344CB8AC3E}">
        <p14:creationId xmlns:p14="http://schemas.microsoft.com/office/powerpoint/2010/main" val="3647750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5ECD1452-10C9-4948-A6A3-52E37FCE98B3}" type="datetimeFigureOut">
              <a:rPr lang="es-MX" smtClean="0"/>
              <a:t>02/12/2025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3AA64C3E-9ECD-4CE6-83E6-147D53570A17}" type="slidenum">
              <a:rPr lang="es-MX" smtClean="0"/>
              <a:t>‹Nº›</a:t>
            </a:fld>
            <a:endParaRPr lang="es-MX"/>
          </a:p>
        </p:txBody>
      </p:sp>
    </p:spTree>
    <p:extLst>
      <p:ext uri="{BB962C8B-B14F-4D97-AF65-F5344CB8AC3E}">
        <p14:creationId xmlns:p14="http://schemas.microsoft.com/office/powerpoint/2010/main" val="1185045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fecha 4"/>
          <p:cNvSpPr>
            <a:spLocks noGrp="1"/>
          </p:cNvSpPr>
          <p:nvPr>
            <p:ph type="dt" sz="half" idx="10"/>
          </p:nvPr>
        </p:nvSpPr>
        <p:spPr/>
        <p:txBody>
          <a:bodyPr/>
          <a:lstStyle/>
          <a:p>
            <a:fld id="{5ECD1452-10C9-4948-A6A3-52E37FCE98B3}" type="datetimeFigureOut">
              <a:rPr lang="es-MX" smtClean="0"/>
              <a:t>02/12/2025</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3AA64C3E-9ECD-4CE6-83E6-147D53570A17}" type="slidenum">
              <a:rPr lang="es-MX" smtClean="0"/>
              <a:t>‹Nº›</a:t>
            </a:fld>
            <a:endParaRPr lang="es-MX"/>
          </a:p>
        </p:txBody>
      </p:sp>
    </p:spTree>
    <p:extLst>
      <p:ext uri="{BB962C8B-B14F-4D97-AF65-F5344CB8AC3E}">
        <p14:creationId xmlns:p14="http://schemas.microsoft.com/office/powerpoint/2010/main" val="2574592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7" name="Marcador de fecha 6"/>
          <p:cNvSpPr>
            <a:spLocks noGrp="1"/>
          </p:cNvSpPr>
          <p:nvPr>
            <p:ph type="dt" sz="half" idx="10"/>
          </p:nvPr>
        </p:nvSpPr>
        <p:spPr/>
        <p:txBody>
          <a:bodyPr/>
          <a:lstStyle/>
          <a:p>
            <a:fld id="{5ECD1452-10C9-4948-A6A3-52E37FCE98B3}" type="datetimeFigureOut">
              <a:rPr lang="es-MX" smtClean="0"/>
              <a:t>02/12/2025</a:t>
            </a:fld>
            <a:endParaRPr lang="es-MX"/>
          </a:p>
        </p:txBody>
      </p:sp>
      <p:sp>
        <p:nvSpPr>
          <p:cNvPr id="8" name="Marcador de pie de página 7"/>
          <p:cNvSpPr>
            <a:spLocks noGrp="1"/>
          </p:cNvSpPr>
          <p:nvPr>
            <p:ph type="ftr" sz="quarter" idx="11"/>
          </p:nvPr>
        </p:nvSpPr>
        <p:spPr/>
        <p:txBody>
          <a:bodyPr/>
          <a:lstStyle/>
          <a:p>
            <a:endParaRPr lang="es-MX"/>
          </a:p>
        </p:txBody>
      </p:sp>
      <p:sp>
        <p:nvSpPr>
          <p:cNvPr id="9" name="Marcador de número de diapositiva 8"/>
          <p:cNvSpPr>
            <a:spLocks noGrp="1"/>
          </p:cNvSpPr>
          <p:nvPr>
            <p:ph type="sldNum" sz="quarter" idx="12"/>
          </p:nvPr>
        </p:nvSpPr>
        <p:spPr/>
        <p:txBody>
          <a:bodyPr/>
          <a:lstStyle/>
          <a:p>
            <a:fld id="{3AA64C3E-9ECD-4CE6-83E6-147D53570A17}" type="slidenum">
              <a:rPr lang="es-MX" smtClean="0"/>
              <a:t>‹Nº›</a:t>
            </a:fld>
            <a:endParaRPr lang="es-MX"/>
          </a:p>
        </p:txBody>
      </p:sp>
    </p:spTree>
    <p:extLst>
      <p:ext uri="{BB962C8B-B14F-4D97-AF65-F5344CB8AC3E}">
        <p14:creationId xmlns:p14="http://schemas.microsoft.com/office/powerpoint/2010/main" val="1123448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fecha 2"/>
          <p:cNvSpPr>
            <a:spLocks noGrp="1"/>
          </p:cNvSpPr>
          <p:nvPr>
            <p:ph type="dt" sz="half" idx="10"/>
          </p:nvPr>
        </p:nvSpPr>
        <p:spPr/>
        <p:txBody>
          <a:bodyPr/>
          <a:lstStyle/>
          <a:p>
            <a:fld id="{5ECD1452-10C9-4948-A6A3-52E37FCE98B3}" type="datetimeFigureOut">
              <a:rPr lang="es-MX" smtClean="0"/>
              <a:t>02/12/2025</a:t>
            </a:fld>
            <a:endParaRPr lang="es-MX"/>
          </a:p>
        </p:txBody>
      </p:sp>
      <p:sp>
        <p:nvSpPr>
          <p:cNvPr id="4" name="Marcador de pie de página 3"/>
          <p:cNvSpPr>
            <a:spLocks noGrp="1"/>
          </p:cNvSpPr>
          <p:nvPr>
            <p:ph type="ftr" sz="quarter" idx="11"/>
          </p:nvPr>
        </p:nvSpPr>
        <p:spPr/>
        <p:txBody>
          <a:bodyPr/>
          <a:lstStyle/>
          <a:p>
            <a:endParaRPr lang="es-MX"/>
          </a:p>
        </p:txBody>
      </p:sp>
      <p:sp>
        <p:nvSpPr>
          <p:cNvPr id="5" name="Marcador de número de diapositiva 4"/>
          <p:cNvSpPr>
            <a:spLocks noGrp="1"/>
          </p:cNvSpPr>
          <p:nvPr>
            <p:ph type="sldNum" sz="quarter" idx="12"/>
          </p:nvPr>
        </p:nvSpPr>
        <p:spPr/>
        <p:txBody>
          <a:bodyPr/>
          <a:lstStyle/>
          <a:p>
            <a:fld id="{3AA64C3E-9ECD-4CE6-83E6-147D53570A17}" type="slidenum">
              <a:rPr lang="es-MX" smtClean="0"/>
              <a:t>‹Nº›</a:t>
            </a:fld>
            <a:endParaRPr lang="es-MX"/>
          </a:p>
        </p:txBody>
      </p:sp>
    </p:spTree>
    <p:extLst>
      <p:ext uri="{BB962C8B-B14F-4D97-AF65-F5344CB8AC3E}">
        <p14:creationId xmlns:p14="http://schemas.microsoft.com/office/powerpoint/2010/main" val="2015193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5ECD1452-10C9-4948-A6A3-52E37FCE98B3}" type="datetimeFigureOut">
              <a:rPr lang="es-MX" smtClean="0"/>
              <a:t>02/12/2025</a:t>
            </a:fld>
            <a:endParaRPr lang="es-MX"/>
          </a:p>
        </p:txBody>
      </p:sp>
      <p:sp>
        <p:nvSpPr>
          <p:cNvPr id="3" name="Marcador de pie de página 2"/>
          <p:cNvSpPr>
            <a:spLocks noGrp="1"/>
          </p:cNvSpPr>
          <p:nvPr>
            <p:ph type="ftr" sz="quarter" idx="11"/>
          </p:nvPr>
        </p:nvSpPr>
        <p:spPr/>
        <p:txBody>
          <a:bodyPr/>
          <a:lstStyle/>
          <a:p>
            <a:endParaRPr lang="es-MX"/>
          </a:p>
        </p:txBody>
      </p:sp>
      <p:sp>
        <p:nvSpPr>
          <p:cNvPr id="4" name="Marcador de número de diapositiva 3"/>
          <p:cNvSpPr>
            <a:spLocks noGrp="1"/>
          </p:cNvSpPr>
          <p:nvPr>
            <p:ph type="sldNum" sz="quarter" idx="12"/>
          </p:nvPr>
        </p:nvSpPr>
        <p:spPr/>
        <p:txBody>
          <a:bodyPr/>
          <a:lstStyle/>
          <a:p>
            <a:fld id="{3AA64C3E-9ECD-4CE6-83E6-147D53570A17}" type="slidenum">
              <a:rPr lang="es-MX" smtClean="0"/>
              <a:t>‹Nº›</a:t>
            </a:fld>
            <a:endParaRPr lang="es-MX"/>
          </a:p>
        </p:txBody>
      </p:sp>
    </p:spTree>
    <p:extLst>
      <p:ext uri="{BB962C8B-B14F-4D97-AF65-F5344CB8AC3E}">
        <p14:creationId xmlns:p14="http://schemas.microsoft.com/office/powerpoint/2010/main" val="2426955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ECD1452-10C9-4948-A6A3-52E37FCE98B3}" type="datetimeFigureOut">
              <a:rPr lang="es-MX" smtClean="0"/>
              <a:t>02/12/2025</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3AA64C3E-9ECD-4CE6-83E6-147D53570A17}" type="slidenum">
              <a:rPr lang="es-MX" smtClean="0"/>
              <a:t>‹Nº›</a:t>
            </a:fld>
            <a:endParaRPr lang="es-MX"/>
          </a:p>
        </p:txBody>
      </p:sp>
    </p:spTree>
    <p:extLst>
      <p:ext uri="{BB962C8B-B14F-4D97-AF65-F5344CB8AC3E}">
        <p14:creationId xmlns:p14="http://schemas.microsoft.com/office/powerpoint/2010/main" val="354942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MX"/>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ECD1452-10C9-4948-A6A3-52E37FCE98B3}" type="datetimeFigureOut">
              <a:rPr lang="es-MX" smtClean="0"/>
              <a:t>02/12/2025</a:t>
            </a:fld>
            <a:endParaRPr lang="es-MX"/>
          </a:p>
        </p:txBody>
      </p:sp>
      <p:sp>
        <p:nvSpPr>
          <p:cNvPr id="6" name="Marcador de pie de página 5"/>
          <p:cNvSpPr>
            <a:spLocks noGrp="1"/>
          </p:cNvSpPr>
          <p:nvPr>
            <p:ph type="ftr" sz="quarter" idx="11"/>
          </p:nvPr>
        </p:nvSpPr>
        <p:spPr/>
        <p:txBody>
          <a:bodyPr/>
          <a:lstStyle/>
          <a:p>
            <a:endParaRPr lang="es-MX"/>
          </a:p>
        </p:txBody>
      </p:sp>
      <p:sp>
        <p:nvSpPr>
          <p:cNvPr id="7" name="Marcador de número de diapositiva 6"/>
          <p:cNvSpPr>
            <a:spLocks noGrp="1"/>
          </p:cNvSpPr>
          <p:nvPr>
            <p:ph type="sldNum" sz="quarter" idx="12"/>
          </p:nvPr>
        </p:nvSpPr>
        <p:spPr/>
        <p:txBody>
          <a:bodyPr/>
          <a:lstStyle/>
          <a:p>
            <a:fld id="{3AA64C3E-9ECD-4CE6-83E6-147D53570A17}" type="slidenum">
              <a:rPr lang="es-MX" smtClean="0"/>
              <a:t>‹Nº›</a:t>
            </a:fld>
            <a:endParaRPr lang="es-MX"/>
          </a:p>
        </p:txBody>
      </p:sp>
    </p:spTree>
    <p:extLst>
      <p:ext uri="{BB962C8B-B14F-4D97-AF65-F5344CB8AC3E}">
        <p14:creationId xmlns:p14="http://schemas.microsoft.com/office/powerpoint/2010/main" val="36775730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5ECD1452-10C9-4948-A6A3-52E37FCE98B3}" type="datetimeFigureOut">
              <a:rPr lang="es-MX" smtClean="0"/>
              <a:t>02/12/2025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3AA64C3E-9ECD-4CE6-83E6-147D53570A17}" type="slidenum">
              <a:rPr lang="es-MX" smtClean="0"/>
              <a:t>‹Nº›</a:t>
            </a:fld>
            <a:endParaRPr lang="es-MX"/>
          </a:p>
        </p:txBody>
      </p:sp>
    </p:spTree>
    <p:extLst>
      <p:ext uri="{BB962C8B-B14F-4D97-AF65-F5344CB8AC3E}">
        <p14:creationId xmlns:p14="http://schemas.microsoft.com/office/powerpoint/2010/main" val="1042881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MX"/>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10"/>
          </p:nvPr>
        </p:nvSpPr>
        <p:spPr/>
        <p:txBody>
          <a:bodyPr/>
          <a:lstStyle/>
          <a:p>
            <a:fld id="{5ECD1452-10C9-4948-A6A3-52E37FCE98B3}" type="datetimeFigureOut">
              <a:rPr lang="es-MX" smtClean="0"/>
              <a:t>02/12/2025</a:t>
            </a:fld>
            <a:endParaRPr lang="es-MX"/>
          </a:p>
        </p:txBody>
      </p:sp>
      <p:sp>
        <p:nvSpPr>
          <p:cNvPr id="5" name="Marcador de pie de página 4"/>
          <p:cNvSpPr>
            <a:spLocks noGrp="1"/>
          </p:cNvSpPr>
          <p:nvPr>
            <p:ph type="ftr" sz="quarter" idx="11"/>
          </p:nvPr>
        </p:nvSpPr>
        <p:spPr/>
        <p:txBody>
          <a:bodyPr/>
          <a:lstStyle/>
          <a:p>
            <a:endParaRPr lang="es-MX"/>
          </a:p>
        </p:txBody>
      </p:sp>
      <p:sp>
        <p:nvSpPr>
          <p:cNvPr id="6" name="Marcador de número de diapositiva 5"/>
          <p:cNvSpPr>
            <a:spLocks noGrp="1"/>
          </p:cNvSpPr>
          <p:nvPr>
            <p:ph type="sldNum" sz="quarter" idx="12"/>
          </p:nvPr>
        </p:nvSpPr>
        <p:spPr/>
        <p:txBody>
          <a:bodyPr/>
          <a:lstStyle/>
          <a:p>
            <a:fld id="{3AA64C3E-9ECD-4CE6-83E6-147D53570A17}" type="slidenum">
              <a:rPr lang="es-MX" smtClean="0"/>
              <a:t>‹Nº›</a:t>
            </a:fld>
            <a:endParaRPr lang="es-MX"/>
          </a:p>
        </p:txBody>
      </p:sp>
    </p:spTree>
    <p:extLst>
      <p:ext uri="{BB962C8B-B14F-4D97-AF65-F5344CB8AC3E}">
        <p14:creationId xmlns:p14="http://schemas.microsoft.com/office/powerpoint/2010/main" val="4283863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MX"/>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MX"/>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CD1452-10C9-4948-A6A3-52E37FCE98B3}" type="datetimeFigureOut">
              <a:rPr lang="es-MX" smtClean="0"/>
              <a:t>02/12/2025</a:t>
            </a:fld>
            <a:endParaRPr lang="es-MX"/>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A64C3E-9ECD-4CE6-83E6-147D53570A17}" type="slidenum">
              <a:rPr lang="es-MX" smtClean="0"/>
              <a:t>‹Nº›</a:t>
            </a:fld>
            <a:endParaRPr lang="es-MX"/>
          </a:p>
        </p:txBody>
      </p:sp>
    </p:spTree>
    <p:extLst>
      <p:ext uri="{BB962C8B-B14F-4D97-AF65-F5344CB8AC3E}">
        <p14:creationId xmlns:p14="http://schemas.microsoft.com/office/powerpoint/2010/main" val="14386984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7"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jpeg"/><Relationship Id="rId7" Type="http://schemas.openxmlformats.org/officeDocument/2006/relationships/image" Target="../media/image19.jpeg"/><Relationship Id="rId12" Type="http://schemas.openxmlformats.org/officeDocument/2006/relationships/image" Target="../media/image24.jpe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8.jpeg"/><Relationship Id="rId11" Type="http://schemas.openxmlformats.org/officeDocument/2006/relationships/image" Target="../media/image23.jpeg"/><Relationship Id="rId5" Type="http://schemas.openxmlformats.org/officeDocument/2006/relationships/image" Target="../media/image17.jpeg"/><Relationship Id="rId10" Type="http://schemas.openxmlformats.org/officeDocument/2006/relationships/image" Target="../media/image22.jpeg"/><Relationship Id="rId4" Type="http://schemas.openxmlformats.org/officeDocument/2006/relationships/image" Target="../media/image16.jpeg"/><Relationship Id="rId9" Type="http://schemas.openxmlformats.org/officeDocument/2006/relationships/image" Target="../media/image21.jpe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25.jp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6.png"/><Relationship Id="rId4" Type="http://schemas.openxmlformats.org/officeDocument/2006/relationships/image" Target="../media/image35.jpg"/></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MX"/>
          </a:p>
        </p:txBody>
      </p:sp>
      <p:sp>
        <p:nvSpPr>
          <p:cNvPr id="3" name="Subtítulo 2"/>
          <p:cNvSpPr>
            <a:spLocks noGrp="1"/>
          </p:cNvSpPr>
          <p:nvPr>
            <p:ph type="subTitle" idx="1"/>
          </p:nvPr>
        </p:nvSpPr>
        <p:spPr/>
        <p:txBody>
          <a:bodyPr/>
          <a:lstStyle/>
          <a:p>
            <a:endParaRPr lang="es-MX"/>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Imagen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98761" y="1763380"/>
            <a:ext cx="3331239" cy="3331239"/>
          </a:xfrm>
          <a:prstGeom prst="rect">
            <a:avLst/>
          </a:prstGeom>
        </p:spPr>
      </p:pic>
      <p:sp>
        <p:nvSpPr>
          <p:cNvPr id="7" name="CuadroTexto 6"/>
          <p:cNvSpPr txBox="1"/>
          <p:nvPr/>
        </p:nvSpPr>
        <p:spPr>
          <a:xfrm>
            <a:off x="983673" y="2601885"/>
            <a:ext cx="4211782" cy="1569660"/>
          </a:xfrm>
          <a:prstGeom prst="rect">
            <a:avLst/>
          </a:prstGeom>
          <a:noFill/>
        </p:spPr>
        <p:txBody>
          <a:bodyPr wrap="square" rtlCol="0">
            <a:spAutoFit/>
          </a:bodyPr>
          <a:lstStyle/>
          <a:p>
            <a:r>
              <a:rPr lang="es-MX" sz="9600" dirty="0" smtClean="0">
                <a:solidFill>
                  <a:srgbClr val="FDFAF5"/>
                </a:solidFill>
                <a:latin typeface="Romely" pitchFamily="2" charset="0"/>
              </a:rPr>
              <a:t>Manual</a:t>
            </a:r>
            <a:endParaRPr lang="es-MX" sz="9600" dirty="0">
              <a:solidFill>
                <a:srgbClr val="FDFAF5"/>
              </a:solidFill>
              <a:latin typeface="Romely" pitchFamily="2" charset="0"/>
            </a:endParaRPr>
          </a:p>
        </p:txBody>
      </p:sp>
      <p:sp>
        <p:nvSpPr>
          <p:cNvPr id="8" name="CuadroTexto 7"/>
          <p:cNvSpPr txBox="1"/>
          <p:nvPr/>
        </p:nvSpPr>
        <p:spPr>
          <a:xfrm>
            <a:off x="1064185" y="3516537"/>
            <a:ext cx="5655270" cy="830997"/>
          </a:xfrm>
          <a:prstGeom prst="rect">
            <a:avLst/>
          </a:prstGeom>
          <a:noFill/>
        </p:spPr>
        <p:txBody>
          <a:bodyPr wrap="square" rtlCol="0">
            <a:spAutoFit/>
          </a:bodyPr>
          <a:lstStyle/>
          <a:p>
            <a:r>
              <a:rPr lang="es-MX" sz="4800" dirty="0">
                <a:solidFill>
                  <a:srgbClr val="FDFAF5"/>
                </a:solidFill>
                <a:latin typeface="Mayonice" pitchFamily="50" charset="0"/>
              </a:rPr>
              <a:t>d</a:t>
            </a:r>
            <a:r>
              <a:rPr lang="es-MX" sz="4800" dirty="0" smtClean="0">
                <a:solidFill>
                  <a:srgbClr val="FDFAF5"/>
                </a:solidFill>
                <a:latin typeface="Mayonice" pitchFamily="50" charset="0"/>
              </a:rPr>
              <a:t>e marca</a:t>
            </a:r>
            <a:endParaRPr lang="es-MX" sz="4800" dirty="0">
              <a:solidFill>
                <a:srgbClr val="FDFAF5"/>
              </a:solidFill>
              <a:latin typeface="Mayonice" pitchFamily="50" charset="0"/>
            </a:endParaRPr>
          </a:p>
        </p:txBody>
      </p:sp>
    </p:spTree>
    <p:extLst>
      <p:ext uri="{BB962C8B-B14F-4D97-AF65-F5344CB8AC3E}">
        <p14:creationId xmlns:p14="http://schemas.microsoft.com/office/powerpoint/2010/main" val="30337081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MX"/>
          </a:p>
        </p:txBody>
      </p:sp>
      <p:sp>
        <p:nvSpPr>
          <p:cNvPr id="3" name="Subtítulo 2"/>
          <p:cNvSpPr>
            <a:spLocks noGrp="1"/>
          </p:cNvSpPr>
          <p:nvPr>
            <p:ph type="subTitle" idx="1"/>
          </p:nvPr>
        </p:nvSpPr>
        <p:spPr/>
        <p:txBody>
          <a:bodyPr/>
          <a:lstStyle/>
          <a:p>
            <a:endParaRPr lang="es-MX"/>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ítulo 1"/>
          <p:cNvSpPr txBox="1">
            <a:spLocks/>
          </p:cNvSpPr>
          <p:nvPr/>
        </p:nvSpPr>
        <p:spPr>
          <a:xfrm>
            <a:off x="838200" y="990600"/>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s-MX" sz="8800" dirty="0" smtClean="0">
                <a:solidFill>
                  <a:srgbClr val="001357"/>
                </a:solidFill>
                <a:latin typeface="Romely" pitchFamily="2" charset="0"/>
              </a:rPr>
              <a:t>Introducción</a:t>
            </a:r>
            <a:endParaRPr lang="es-MX" sz="8800" dirty="0">
              <a:solidFill>
                <a:srgbClr val="001357"/>
              </a:solidFill>
              <a:latin typeface="Romely" pitchFamily="2" charset="0"/>
            </a:endParaRPr>
          </a:p>
        </p:txBody>
      </p:sp>
      <p:sp>
        <p:nvSpPr>
          <p:cNvPr id="10" name="CuadroTexto 9"/>
          <p:cNvSpPr txBox="1"/>
          <p:nvPr/>
        </p:nvSpPr>
        <p:spPr>
          <a:xfrm>
            <a:off x="838200" y="2709625"/>
            <a:ext cx="5723467" cy="1600438"/>
          </a:xfrm>
          <a:prstGeom prst="rect">
            <a:avLst/>
          </a:prstGeom>
          <a:noFill/>
        </p:spPr>
        <p:txBody>
          <a:bodyPr wrap="square" rtlCol="0">
            <a:spAutoFit/>
          </a:bodyPr>
          <a:lstStyle/>
          <a:p>
            <a:pPr algn="just"/>
            <a:r>
              <a:rPr lang="es-MX" sz="1400" dirty="0" smtClean="0">
                <a:solidFill>
                  <a:srgbClr val="001357"/>
                </a:solidFill>
                <a:latin typeface="Neon 80s" panose="02010500000200060000" pitchFamily="2" charset="0"/>
              </a:rPr>
              <a:t>La lantana es uno de los regalos más bellos de la naturaleza, una flor hermosa, noble y con un gran significado en la cultura del feng Shui ligada al positivismo y la energía.</a:t>
            </a:r>
          </a:p>
          <a:p>
            <a:pPr algn="just"/>
            <a:endParaRPr lang="es-MX" sz="1400" dirty="0">
              <a:solidFill>
                <a:srgbClr val="001357"/>
              </a:solidFill>
              <a:latin typeface="Neon 80s" panose="02010500000200060000" pitchFamily="2" charset="0"/>
            </a:endParaRPr>
          </a:p>
          <a:p>
            <a:pPr algn="just"/>
            <a:r>
              <a:rPr lang="es-MX" sz="1400" dirty="0" smtClean="0">
                <a:solidFill>
                  <a:srgbClr val="001357"/>
                </a:solidFill>
                <a:latin typeface="Neon 80s" panose="02010500000200060000" pitchFamily="2" charset="0"/>
              </a:rPr>
              <a:t>En este documento, conocerás toda nuestra historia como marca, lo que somos, lo que hacemos y el porque estamos felices de que seas parte de nosotros.</a:t>
            </a:r>
            <a:endParaRPr lang="es-MX" sz="1400" dirty="0">
              <a:solidFill>
                <a:srgbClr val="001357"/>
              </a:solidFill>
              <a:latin typeface="Neon 80s" panose="02010500000200060000" pitchFamily="2" charset="0"/>
            </a:endParaRPr>
          </a:p>
        </p:txBody>
      </p:sp>
    </p:spTree>
    <p:extLst>
      <p:ext uri="{BB962C8B-B14F-4D97-AF65-F5344CB8AC3E}">
        <p14:creationId xmlns:p14="http://schemas.microsoft.com/office/powerpoint/2010/main" val="28877074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MX"/>
          </a:p>
        </p:txBody>
      </p:sp>
      <p:sp>
        <p:nvSpPr>
          <p:cNvPr id="3" name="Subtítulo 2"/>
          <p:cNvSpPr>
            <a:spLocks noGrp="1"/>
          </p:cNvSpPr>
          <p:nvPr>
            <p:ph type="subTitle" idx="1"/>
          </p:nvPr>
        </p:nvSpPr>
        <p:spPr/>
        <p:txBody>
          <a:bodyPr/>
          <a:lstStyle/>
          <a:p>
            <a:endParaRPr lang="es-MX"/>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ítulo 1"/>
          <p:cNvSpPr txBox="1">
            <a:spLocks/>
          </p:cNvSpPr>
          <p:nvPr/>
        </p:nvSpPr>
        <p:spPr>
          <a:xfrm>
            <a:off x="838200" y="692031"/>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s-MX" sz="7200" dirty="0">
                <a:solidFill>
                  <a:srgbClr val="001357"/>
                </a:solidFill>
                <a:latin typeface="Romely" pitchFamily="2" charset="0"/>
              </a:rPr>
              <a:t>¿</a:t>
            </a:r>
            <a:r>
              <a:rPr lang="es-MX" sz="7200" dirty="0" smtClean="0">
                <a:solidFill>
                  <a:srgbClr val="001357"/>
                </a:solidFill>
                <a:latin typeface="Romely" pitchFamily="2" charset="0"/>
              </a:rPr>
              <a:t>Quienes somos?</a:t>
            </a:r>
            <a:endParaRPr lang="es-MX" sz="7200" dirty="0">
              <a:solidFill>
                <a:srgbClr val="001357"/>
              </a:solidFill>
              <a:latin typeface="Romely" pitchFamily="2" charset="0"/>
            </a:endParaRPr>
          </a:p>
        </p:txBody>
      </p:sp>
      <p:sp>
        <p:nvSpPr>
          <p:cNvPr id="10" name="CuadroTexto 9"/>
          <p:cNvSpPr txBox="1"/>
          <p:nvPr/>
        </p:nvSpPr>
        <p:spPr>
          <a:xfrm>
            <a:off x="838200" y="2586375"/>
            <a:ext cx="5723467" cy="2031325"/>
          </a:xfrm>
          <a:prstGeom prst="rect">
            <a:avLst/>
          </a:prstGeom>
          <a:noFill/>
        </p:spPr>
        <p:txBody>
          <a:bodyPr wrap="square" rtlCol="0">
            <a:spAutoFit/>
          </a:bodyPr>
          <a:lstStyle/>
          <a:p>
            <a:pPr algn="just"/>
            <a:r>
              <a:rPr lang="es-MX" sz="1400" dirty="0" smtClean="0">
                <a:solidFill>
                  <a:srgbClr val="001357"/>
                </a:solidFill>
                <a:latin typeface="Neon 80s" panose="02010500000200060000" pitchFamily="2" charset="0"/>
              </a:rPr>
              <a:t>Lantana Café Bistró nace de la idea de crear un lugar donde toda la esencia gastronómica de lo artesanal y hecho con amor resurja en medio de tanta simplicidad y minimalismo.</a:t>
            </a:r>
          </a:p>
          <a:p>
            <a:pPr algn="just"/>
            <a:endParaRPr lang="es-MX" sz="1400" dirty="0">
              <a:solidFill>
                <a:srgbClr val="001357"/>
              </a:solidFill>
              <a:latin typeface="Neon 80s" panose="02010500000200060000" pitchFamily="2" charset="0"/>
            </a:endParaRPr>
          </a:p>
          <a:p>
            <a:pPr algn="just"/>
            <a:r>
              <a:rPr lang="es-MX" sz="1400" dirty="0">
                <a:solidFill>
                  <a:srgbClr val="001357"/>
                </a:solidFill>
                <a:latin typeface="Neon 80s" panose="02010500000200060000" pitchFamily="2" charset="0"/>
              </a:rPr>
              <a:t>L</a:t>
            </a:r>
            <a:r>
              <a:rPr lang="es-MX" sz="1400" dirty="0" smtClean="0">
                <a:solidFill>
                  <a:srgbClr val="001357"/>
                </a:solidFill>
                <a:latin typeface="Neon 80s" panose="02010500000200060000" pitchFamily="2" charset="0"/>
              </a:rPr>
              <a:t>antana no busca ser un espacio sin alma y con prisa, busca ser un lugar de tranquilidad, desconexión, de celebración de los pequeños placeres de la vida como disfrutar un buen café o comer saboreando cada parte del plato, apreciando cada ingrediente y las manos que lo prepararon.</a:t>
            </a:r>
          </a:p>
        </p:txBody>
      </p:sp>
    </p:spTree>
    <p:extLst>
      <p:ext uri="{BB962C8B-B14F-4D97-AF65-F5344CB8AC3E}">
        <p14:creationId xmlns:p14="http://schemas.microsoft.com/office/powerpoint/2010/main" val="205725495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MX"/>
          </a:p>
        </p:txBody>
      </p:sp>
      <p:sp>
        <p:nvSpPr>
          <p:cNvPr id="3" name="Subtítulo 2"/>
          <p:cNvSpPr>
            <a:spLocks noGrp="1"/>
          </p:cNvSpPr>
          <p:nvPr>
            <p:ph type="subTitle" idx="1"/>
          </p:nvPr>
        </p:nvSpPr>
        <p:spPr/>
        <p:txBody>
          <a:bodyPr/>
          <a:lstStyle/>
          <a:p>
            <a:endParaRPr lang="es-MX"/>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ítulo 1"/>
          <p:cNvSpPr txBox="1">
            <a:spLocks/>
          </p:cNvSpPr>
          <p:nvPr/>
        </p:nvSpPr>
        <p:spPr>
          <a:xfrm>
            <a:off x="838200" y="692031"/>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s-MX" sz="7200" dirty="0" smtClean="0">
                <a:solidFill>
                  <a:srgbClr val="001357"/>
                </a:solidFill>
                <a:latin typeface="Romely" pitchFamily="2" charset="0"/>
              </a:rPr>
              <a:t>Nuestro slogan</a:t>
            </a:r>
            <a:endParaRPr lang="es-MX" sz="7200" dirty="0">
              <a:solidFill>
                <a:srgbClr val="001357"/>
              </a:solidFill>
              <a:latin typeface="Romely" pitchFamily="2" charset="0"/>
            </a:endParaRPr>
          </a:p>
        </p:txBody>
      </p:sp>
      <p:sp>
        <p:nvSpPr>
          <p:cNvPr id="10" name="CuadroTexto 9"/>
          <p:cNvSpPr txBox="1"/>
          <p:nvPr/>
        </p:nvSpPr>
        <p:spPr>
          <a:xfrm>
            <a:off x="838200" y="3076119"/>
            <a:ext cx="5723467" cy="1384995"/>
          </a:xfrm>
          <a:prstGeom prst="rect">
            <a:avLst/>
          </a:prstGeom>
          <a:noFill/>
        </p:spPr>
        <p:txBody>
          <a:bodyPr wrap="square" rtlCol="0">
            <a:spAutoFit/>
          </a:bodyPr>
          <a:lstStyle/>
          <a:p>
            <a:pPr algn="just"/>
            <a:r>
              <a:rPr lang="es-MX" sz="1400" dirty="0" smtClean="0">
                <a:solidFill>
                  <a:srgbClr val="001357"/>
                </a:solidFill>
                <a:latin typeface="Neon 80s" panose="02010500000200060000" pitchFamily="2" charset="0"/>
              </a:rPr>
              <a:t>Nuestra frase identificativa como marca es “</a:t>
            </a:r>
            <a:r>
              <a:rPr lang="es-MX" sz="1400" dirty="0" err="1" smtClean="0">
                <a:solidFill>
                  <a:srgbClr val="001357"/>
                </a:solidFill>
                <a:latin typeface="Neon 80s" panose="02010500000200060000" pitchFamily="2" charset="0"/>
              </a:rPr>
              <a:t>enjoy</a:t>
            </a:r>
            <a:r>
              <a:rPr lang="es-MX" sz="1400" dirty="0" smtClean="0">
                <a:solidFill>
                  <a:srgbClr val="001357"/>
                </a:solidFill>
                <a:latin typeface="Neon 80s" panose="02010500000200060000" pitchFamily="2" charset="0"/>
              </a:rPr>
              <a:t> </a:t>
            </a:r>
            <a:r>
              <a:rPr lang="es-MX" sz="1400" dirty="0" err="1" smtClean="0">
                <a:solidFill>
                  <a:srgbClr val="001357"/>
                </a:solidFill>
                <a:latin typeface="Neon 80s" panose="02010500000200060000" pitchFamily="2" charset="0"/>
              </a:rPr>
              <a:t>the</a:t>
            </a:r>
            <a:r>
              <a:rPr lang="es-MX" sz="1400" dirty="0" smtClean="0">
                <a:solidFill>
                  <a:srgbClr val="001357"/>
                </a:solidFill>
                <a:latin typeface="Neon 80s" panose="02010500000200060000" pitchFamily="2" charset="0"/>
              </a:rPr>
              <a:t> </a:t>
            </a:r>
            <a:r>
              <a:rPr lang="es-MX" sz="1400" dirty="0" err="1" smtClean="0">
                <a:solidFill>
                  <a:srgbClr val="001357"/>
                </a:solidFill>
                <a:latin typeface="Neon 80s" panose="02010500000200060000" pitchFamily="2" charset="0"/>
              </a:rPr>
              <a:t>moment</a:t>
            </a:r>
            <a:r>
              <a:rPr lang="es-MX" sz="1400" dirty="0" smtClean="0">
                <a:solidFill>
                  <a:srgbClr val="001357"/>
                </a:solidFill>
                <a:latin typeface="Neon 80s" panose="02010500000200060000" pitchFamily="2" charset="0"/>
              </a:rPr>
              <a:t>” y su significado se conecta directamente con lo que buscamos transmitir. Que las personas vengan a nosotros a disfrutar de los pequeños placeres que hacen apreciar la vida, un momento a solas, una salida con amigos, una cita y el placer de degustar de una buena comida.</a:t>
            </a:r>
          </a:p>
        </p:txBody>
      </p:sp>
      <p:sp>
        <p:nvSpPr>
          <p:cNvPr id="7" name="CuadroTexto 6"/>
          <p:cNvSpPr txBox="1"/>
          <p:nvPr/>
        </p:nvSpPr>
        <p:spPr>
          <a:xfrm>
            <a:off x="838200" y="2061874"/>
            <a:ext cx="5655270" cy="830997"/>
          </a:xfrm>
          <a:prstGeom prst="rect">
            <a:avLst/>
          </a:prstGeom>
          <a:noFill/>
        </p:spPr>
        <p:txBody>
          <a:bodyPr wrap="square" rtlCol="0">
            <a:spAutoFit/>
          </a:bodyPr>
          <a:lstStyle/>
          <a:p>
            <a:r>
              <a:rPr lang="es-MX" sz="4800" dirty="0" err="1" smtClean="0">
                <a:solidFill>
                  <a:srgbClr val="001156"/>
                </a:solidFill>
                <a:latin typeface="Mayonice" pitchFamily="50" charset="0"/>
              </a:rPr>
              <a:t>Enjoy</a:t>
            </a:r>
            <a:r>
              <a:rPr lang="es-MX" sz="4800" dirty="0" smtClean="0">
                <a:solidFill>
                  <a:srgbClr val="001156"/>
                </a:solidFill>
                <a:latin typeface="Mayonice" pitchFamily="50" charset="0"/>
              </a:rPr>
              <a:t> </a:t>
            </a:r>
            <a:r>
              <a:rPr lang="es-MX" sz="4800" dirty="0" err="1" smtClean="0">
                <a:solidFill>
                  <a:srgbClr val="001156"/>
                </a:solidFill>
                <a:latin typeface="Mayonice" pitchFamily="50" charset="0"/>
              </a:rPr>
              <a:t>the</a:t>
            </a:r>
            <a:r>
              <a:rPr lang="es-MX" sz="4800" dirty="0" smtClean="0">
                <a:solidFill>
                  <a:srgbClr val="001156"/>
                </a:solidFill>
                <a:latin typeface="Mayonice" pitchFamily="50" charset="0"/>
              </a:rPr>
              <a:t> </a:t>
            </a:r>
            <a:r>
              <a:rPr lang="es-MX" sz="4800" dirty="0" err="1" smtClean="0">
                <a:solidFill>
                  <a:srgbClr val="001156"/>
                </a:solidFill>
                <a:latin typeface="Mayonice" pitchFamily="50" charset="0"/>
              </a:rPr>
              <a:t>moment</a:t>
            </a:r>
            <a:endParaRPr lang="es-MX" sz="4800" dirty="0">
              <a:solidFill>
                <a:srgbClr val="001156"/>
              </a:solidFill>
              <a:latin typeface="Mayonice" pitchFamily="50" charset="0"/>
            </a:endParaRPr>
          </a:p>
        </p:txBody>
      </p:sp>
    </p:spTree>
    <p:extLst>
      <p:ext uri="{BB962C8B-B14F-4D97-AF65-F5344CB8AC3E}">
        <p14:creationId xmlns:p14="http://schemas.microsoft.com/office/powerpoint/2010/main" val="22989063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MX"/>
          </a:p>
        </p:txBody>
      </p:sp>
      <p:sp>
        <p:nvSpPr>
          <p:cNvPr id="3" name="Subtítulo 2"/>
          <p:cNvSpPr>
            <a:spLocks noGrp="1"/>
          </p:cNvSpPr>
          <p:nvPr>
            <p:ph type="subTitle" idx="1"/>
          </p:nvPr>
        </p:nvSpPr>
        <p:spPr/>
        <p:txBody>
          <a:bodyPr/>
          <a:lstStyle/>
          <a:p>
            <a:endParaRPr lang="es-MX"/>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ítulo 1"/>
          <p:cNvSpPr txBox="1">
            <a:spLocks/>
          </p:cNvSpPr>
          <p:nvPr/>
        </p:nvSpPr>
        <p:spPr>
          <a:xfrm>
            <a:off x="838200" y="692031"/>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s-MX" sz="7200" dirty="0" smtClean="0">
                <a:solidFill>
                  <a:srgbClr val="001357"/>
                </a:solidFill>
                <a:latin typeface="Romely" pitchFamily="2" charset="0"/>
              </a:rPr>
              <a:t>Nuestra misión</a:t>
            </a:r>
            <a:endParaRPr lang="es-MX" sz="7200" dirty="0">
              <a:solidFill>
                <a:srgbClr val="001357"/>
              </a:solidFill>
              <a:latin typeface="Romely" pitchFamily="2" charset="0"/>
            </a:endParaRPr>
          </a:p>
        </p:txBody>
      </p:sp>
      <p:sp>
        <p:nvSpPr>
          <p:cNvPr id="10" name="CuadroTexto 9"/>
          <p:cNvSpPr txBox="1"/>
          <p:nvPr/>
        </p:nvSpPr>
        <p:spPr>
          <a:xfrm>
            <a:off x="838200" y="2555300"/>
            <a:ext cx="5723467" cy="1169551"/>
          </a:xfrm>
          <a:prstGeom prst="rect">
            <a:avLst/>
          </a:prstGeom>
          <a:noFill/>
        </p:spPr>
        <p:txBody>
          <a:bodyPr wrap="square" rtlCol="0">
            <a:spAutoFit/>
          </a:bodyPr>
          <a:lstStyle/>
          <a:p>
            <a:pPr algn="just"/>
            <a:r>
              <a:rPr lang="es-MX" sz="1400" dirty="0" smtClean="0">
                <a:solidFill>
                  <a:srgbClr val="001357"/>
                </a:solidFill>
                <a:latin typeface="Neon 80s" panose="02010500000200060000" pitchFamily="2" charset="0"/>
              </a:rPr>
              <a:t>Buscamos convertirnos en un símbolo de excelencia para todos los que se relacionen con nosotros y ser parte de momentos inolvidables. Que con nuestra filosofía se pueda percibir que le tenemos el mismo amor a nuestra cocina que al servicio por los demás.</a:t>
            </a:r>
          </a:p>
        </p:txBody>
      </p:sp>
    </p:spTree>
    <p:extLst>
      <p:ext uri="{BB962C8B-B14F-4D97-AF65-F5344CB8AC3E}">
        <p14:creationId xmlns:p14="http://schemas.microsoft.com/office/powerpoint/2010/main" val="17310935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MX"/>
          </a:p>
        </p:txBody>
      </p:sp>
      <p:sp>
        <p:nvSpPr>
          <p:cNvPr id="3" name="Subtítulo 2"/>
          <p:cNvSpPr>
            <a:spLocks noGrp="1"/>
          </p:cNvSpPr>
          <p:nvPr>
            <p:ph type="subTitle" idx="1"/>
          </p:nvPr>
        </p:nvSpPr>
        <p:spPr/>
        <p:txBody>
          <a:bodyPr/>
          <a:lstStyle/>
          <a:p>
            <a:endParaRPr lang="es-MX"/>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ítulo 1"/>
          <p:cNvSpPr txBox="1">
            <a:spLocks/>
          </p:cNvSpPr>
          <p:nvPr/>
        </p:nvSpPr>
        <p:spPr>
          <a:xfrm>
            <a:off x="838200" y="692031"/>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s-MX" sz="7200" dirty="0" smtClean="0">
                <a:solidFill>
                  <a:srgbClr val="001357"/>
                </a:solidFill>
                <a:latin typeface="Romely" pitchFamily="2" charset="0"/>
              </a:rPr>
              <a:t>Nuestra visión</a:t>
            </a:r>
            <a:endParaRPr lang="es-MX" sz="7200" dirty="0">
              <a:solidFill>
                <a:srgbClr val="001357"/>
              </a:solidFill>
              <a:latin typeface="Romely" pitchFamily="2" charset="0"/>
            </a:endParaRPr>
          </a:p>
        </p:txBody>
      </p:sp>
      <p:sp>
        <p:nvSpPr>
          <p:cNvPr id="10" name="CuadroTexto 9"/>
          <p:cNvSpPr txBox="1"/>
          <p:nvPr/>
        </p:nvSpPr>
        <p:spPr>
          <a:xfrm>
            <a:off x="838200" y="2555300"/>
            <a:ext cx="5723467" cy="954107"/>
          </a:xfrm>
          <a:prstGeom prst="rect">
            <a:avLst/>
          </a:prstGeom>
          <a:noFill/>
        </p:spPr>
        <p:txBody>
          <a:bodyPr wrap="square" rtlCol="0">
            <a:spAutoFit/>
          </a:bodyPr>
          <a:lstStyle/>
          <a:p>
            <a:pPr algn="just"/>
            <a:r>
              <a:rPr lang="es-MX" sz="1400" dirty="0" smtClean="0">
                <a:solidFill>
                  <a:srgbClr val="001357"/>
                </a:solidFill>
                <a:latin typeface="Neon 80s" panose="02010500000200060000" pitchFamily="2" charset="0"/>
              </a:rPr>
              <a:t>Lograr ser el café bistró más reconocido de Santa Cruz aclamado por su labor impecable en todo lo que involucra ser un lugar de excelencia, además de un ejemplo de que se pueden hacer las cosas con calidad y amor.</a:t>
            </a:r>
          </a:p>
        </p:txBody>
      </p:sp>
    </p:spTree>
    <p:extLst>
      <p:ext uri="{BB962C8B-B14F-4D97-AF65-F5344CB8AC3E}">
        <p14:creationId xmlns:p14="http://schemas.microsoft.com/office/powerpoint/2010/main" val="744026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MX"/>
          </a:p>
        </p:txBody>
      </p:sp>
      <p:sp>
        <p:nvSpPr>
          <p:cNvPr id="3" name="Subtítulo 2"/>
          <p:cNvSpPr>
            <a:spLocks noGrp="1"/>
          </p:cNvSpPr>
          <p:nvPr>
            <p:ph type="subTitle" idx="1"/>
          </p:nvPr>
        </p:nvSpPr>
        <p:spPr/>
        <p:txBody>
          <a:bodyPr/>
          <a:lstStyle/>
          <a:p>
            <a:endParaRPr lang="es-MX"/>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ítulo 1"/>
          <p:cNvSpPr txBox="1">
            <a:spLocks/>
          </p:cNvSpPr>
          <p:nvPr/>
        </p:nvSpPr>
        <p:spPr>
          <a:xfrm>
            <a:off x="838200" y="515703"/>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s-MX" sz="7200" dirty="0" smtClean="0">
                <a:solidFill>
                  <a:srgbClr val="001357"/>
                </a:solidFill>
                <a:latin typeface="Romely" pitchFamily="2" charset="0"/>
              </a:rPr>
              <a:t>Nuestra marca</a:t>
            </a:r>
            <a:endParaRPr lang="es-MX" sz="7200" dirty="0">
              <a:solidFill>
                <a:srgbClr val="001357"/>
              </a:solidFill>
              <a:latin typeface="Romely" pitchFamily="2" charset="0"/>
            </a:endParaRPr>
          </a:p>
        </p:txBody>
      </p:sp>
      <p:sp>
        <p:nvSpPr>
          <p:cNvPr id="7" name="Subtítulo 2"/>
          <p:cNvSpPr txBox="1">
            <a:spLocks/>
          </p:cNvSpPr>
          <p:nvPr/>
        </p:nvSpPr>
        <p:spPr>
          <a:xfrm>
            <a:off x="7362152" y="3624731"/>
            <a:ext cx="4169448" cy="83920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es-MX" sz="1200" dirty="0" smtClean="0">
                <a:solidFill>
                  <a:srgbClr val="001357"/>
                </a:solidFill>
                <a:latin typeface="Axiforma Book" panose="00000400000000000000" pitchFamily="50" charset="0"/>
              </a:rPr>
              <a:t>Nuestro nombre e identificativo</a:t>
            </a:r>
            <a:endParaRPr lang="es-MX" sz="1200" dirty="0">
              <a:solidFill>
                <a:srgbClr val="001357"/>
              </a:solidFill>
              <a:latin typeface="Axiforma Book" panose="00000400000000000000" pitchFamily="50" charset="0"/>
            </a:endParaRPr>
          </a:p>
        </p:txBody>
      </p:sp>
      <p:sp>
        <p:nvSpPr>
          <p:cNvPr id="8" name="Subtítulo 2"/>
          <p:cNvSpPr txBox="1">
            <a:spLocks/>
          </p:cNvSpPr>
          <p:nvPr/>
        </p:nvSpPr>
        <p:spPr>
          <a:xfrm>
            <a:off x="4555221" y="4800041"/>
            <a:ext cx="4169448" cy="83920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es-MX" sz="1200" dirty="0" smtClean="0">
                <a:solidFill>
                  <a:srgbClr val="001357"/>
                </a:solidFill>
                <a:latin typeface="Axiforma Book" panose="00000400000000000000" pitchFamily="50" charset="0"/>
              </a:rPr>
              <a:t>Nuestra denominación</a:t>
            </a:r>
            <a:endParaRPr lang="es-MX" sz="1200" dirty="0">
              <a:solidFill>
                <a:srgbClr val="001357"/>
              </a:solidFill>
              <a:latin typeface="Axiforma Book" panose="00000400000000000000" pitchFamily="50" charset="0"/>
            </a:endParaRPr>
          </a:p>
        </p:txBody>
      </p:sp>
      <p:sp>
        <p:nvSpPr>
          <p:cNvPr id="11" name="Subtítulo 2"/>
          <p:cNvSpPr txBox="1">
            <a:spLocks/>
          </p:cNvSpPr>
          <p:nvPr/>
        </p:nvSpPr>
        <p:spPr>
          <a:xfrm>
            <a:off x="2105741" y="2394639"/>
            <a:ext cx="3366037" cy="83920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es-MX" sz="1200" dirty="0" smtClean="0">
                <a:solidFill>
                  <a:srgbClr val="001357"/>
                </a:solidFill>
                <a:latin typeface="Axiforma Book" panose="00000400000000000000" pitchFamily="50" charset="0"/>
              </a:rPr>
              <a:t>La flor de lantana, símbolo de nuestras raíces.</a:t>
            </a:r>
            <a:endParaRPr lang="es-MX" sz="1200" dirty="0">
              <a:solidFill>
                <a:srgbClr val="001357"/>
              </a:solidFill>
              <a:latin typeface="Axiforma Book" panose="00000400000000000000" pitchFamily="50" charset="0"/>
            </a:endParaRPr>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4821" y="1315721"/>
            <a:ext cx="4480560" cy="4480560"/>
          </a:xfrm>
          <a:prstGeom prst="rect">
            <a:avLst/>
          </a:prstGeom>
        </p:spPr>
      </p:pic>
    </p:spTree>
    <p:extLst>
      <p:ext uri="{BB962C8B-B14F-4D97-AF65-F5344CB8AC3E}">
        <p14:creationId xmlns:p14="http://schemas.microsoft.com/office/powerpoint/2010/main" val="20859876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MX"/>
          </a:p>
        </p:txBody>
      </p:sp>
      <p:sp>
        <p:nvSpPr>
          <p:cNvPr id="3" name="Subtítulo 2"/>
          <p:cNvSpPr>
            <a:spLocks noGrp="1"/>
          </p:cNvSpPr>
          <p:nvPr>
            <p:ph type="subTitle" idx="1"/>
          </p:nvPr>
        </p:nvSpPr>
        <p:spPr/>
        <p:txBody>
          <a:bodyPr/>
          <a:lstStyle/>
          <a:p>
            <a:endParaRPr lang="es-MX"/>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ítulo 1"/>
          <p:cNvSpPr txBox="1">
            <a:spLocks/>
          </p:cNvSpPr>
          <p:nvPr/>
        </p:nvSpPr>
        <p:spPr>
          <a:xfrm>
            <a:off x="838200" y="515703"/>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s-MX" sz="7200" dirty="0" smtClean="0">
                <a:solidFill>
                  <a:srgbClr val="001357"/>
                </a:solidFill>
                <a:latin typeface="Romely" pitchFamily="2" charset="0"/>
              </a:rPr>
              <a:t>Usos no correctos</a:t>
            </a:r>
            <a:endParaRPr lang="es-MX" sz="7200" dirty="0">
              <a:solidFill>
                <a:srgbClr val="001357"/>
              </a:solidFill>
              <a:latin typeface="Romely" pitchFamily="2" charset="0"/>
            </a:endParaRPr>
          </a:p>
        </p:txBody>
      </p:sp>
      <p:sp>
        <p:nvSpPr>
          <p:cNvPr id="10" name="CuadroTexto 9"/>
          <p:cNvSpPr txBox="1"/>
          <p:nvPr/>
        </p:nvSpPr>
        <p:spPr>
          <a:xfrm>
            <a:off x="911913" y="4363603"/>
            <a:ext cx="1934857" cy="830997"/>
          </a:xfrm>
          <a:prstGeom prst="rect">
            <a:avLst/>
          </a:prstGeom>
          <a:noFill/>
        </p:spPr>
        <p:txBody>
          <a:bodyPr wrap="square" rtlCol="0">
            <a:spAutoFit/>
          </a:bodyPr>
          <a:lstStyle/>
          <a:p>
            <a:r>
              <a:rPr lang="es-MX" sz="1200" dirty="0" smtClean="0">
                <a:solidFill>
                  <a:srgbClr val="001357"/>
                </a:solidFill>
                <a:latin typeface="Neon 80s" panose="02010500000200060000" pitchFamily="2" charset="0"/>
              </a:rPr>
              <a:t>Reducir demasiado el logo, el máximo de reducción debe ser de 1cm por cada lado</a:t>
            </a:r>
            <a:endParaRPr lang="es-MX" sz="1200" dirty="0">
              <a:solidFill>
                <a:srgbClr val="001357"/>
              </a:solidFill>
              <a:latin typeface="Neon 80s" panose="02010500000200060000" pitchFamily="2" charset="0"/>
            </a:endParaRPr>
          </a:p>
        </p:txBody>
      </p:sp>
      <p:sp>
        <p:nvSpPr>
          <p:cNvPr id="12" name="CuadroTexto 11"/>
          <p:cNvSpPr txBox="1"/>
          <p:nvPr/>
        </p:nvSpPr>
        <p:spPr>
          <a:xfrm>
            <a:off x="3166278" y="4392438"/>
            <a:ext cx="2311022" cy="461665"/>
          </a:xfrm>
          <a:prstGeom prst="rect">
            <a:avLst/>
          </a:prstGeom>
          <a:noFill/>
        </p:spPr>
        <p:txBody>
          <a:bodyPr wrap="square" rtlCol="0">
            <a:spAutoFit/>
          </a:bodyPr>
          <a:lstStyle/>
          <a:p>
            <a:r>
              <a:rPr lang="es-MX" sz="1200" dirty="0" smtClean="0">
                <a:solidFill>
                  <a:srgbClr val="001357"/>
                </a:solidFill>
                <a:latin typeface="Neon 80s" panose="02010500000200060000" pitchFamily="2" charset="0"/>
              </a:rPr>
              <a:t>Estirar el logo ya sea vertical u horizontalmente</a:t>
            </a:r>
            <a:endParaRPr lang="es-MX" sz="1200" dirty="0">
              <a:solidFill>
                <a:srgbClr val="001357"/>
              </a:solidFill>
              <a:latin typeface="Neon 80s" panose="02010500000200060000" pitchFamily="2" charset="0"/>
            </a:endParaRPr>
          </a:p>
        </p:txBody>
      </p:sp>
      <p:sp>
        <p:nvSpPr>
          <p:cNvPr id="13" name="CuadroTexto 12"/>
          <p:cNvSpPr txBox="1"/>
          <p:nvPr/>
        </p:nvSpPr>
        <p:spPr>
          <a:xfrm>
            <a:off x="5833228" y="4367724"/>
            <a:ext cx="2367940" cy="830997"/>
          </a:xfrm>
          <a:prstGeom prst="rect">
            <a:avLst/>
          </a:prstGeom>
          <a:noFill/>
        </p:spPr>
        <p:txBody>
          <a:bodyPr wrap="square" rtlCol="0">
            <a:spAutoFit/>
          </a:bodyPr>
          <a:lstStyle/>
          <a:p>
            <a:r>
              <a:rPr lang="es-MX" sz="1200" dirty="0" smtClean="0">
                <a:solidFill>
                  <a:srgbClr val="001357"/>
                </a:solidFill>
                <a:latin typeface="Neon 80s" panose="02010500000200060000" pitchFamily="2" charset="0"/>
              </a:rPr>
              <a:t>Usar el logo en color oscuro con colores oscuros, en este caso se debe usar el logo en color blanco</a:t>
            </a:r>
            <a:endParaRPr lang="es-MX" sz="1200" dirty="0">
              <a:solidFill>
                <a:srgbClr val="001357"/>
              </a:solidFill>
              <a:latin typeface="Neon 80s" panose="02010500000200060000" pitchFamily="2" charset="0"/>
            </a:endParaRPr>
          </a:p>
        </p:txBody>
      </p:sp>
      <p:sp>
        <p:nvSpPr>
          <p:cNvPr id="14" name="CuadroTexto 13"/>
          <p:cNvSpPr txBox="1"/>
          <p:nvPr/>
        </p:nvSpPr>
        <p:spPr>
          <a:xfrm>
            <a:off x="8627748" y="4363602"/>
            <a:ext cx="2367940" cy="830997"/>
          </a:xfrm>
          <a:prstGeom prst="rect">
            <a:avLst/>
          </a:prstGeom>
          <a:noFill/>
        </p:spPr>
        <p:txBody>
          <a:bodyPr wrap="square" rtlCol="0">
            <a:spAutoFit/>
          </a:bodyPr>
          <a:lstStyle/>
          <a:p>
            <a:r>
              <a:rPr lang="es-MX" sz="1200" dirty="0" smtClean="0">
                <a:solidFill>
                  <a:srgbClr val="001357"/>
                </a:solidFill>
                <a:latin typeface="Neon 80s" panose="02010500000200060000" pitchFamily="2" charset="0"/>
              </a:rPr>
              <a:t>Usar el logo en color claro en fondos claros, en este caso se debe usar la variante oscura del logo.</a:t>
            </a:r>
            <a:endParaRPr lang="es-MX" sz="1200" dirty="0">
              <a:solidFill>
                <a:srgbClr val="001357"/>
              </a:solidFill>
              <a:latin typeface="Neon 80s" panose="02010500000200060000" pitchFamily="2" charset="0"/>
            </a:endParaRPr>
          </a:p>
        </p:txBody>
      </p:sp>
      <p:pic>
        <p:nvPicPr>
          <p:cNvPr id="6" name="Imagen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20233" y="3524966"/>
            <a:ext cx="838636" cy="838636"/>
          </a:xfrm>
          <a:prstGeom prst="rect">
            <a:avLst/>
          </a:prstGeom>
        </p:spPr>
      </p:pic>
      <p:pic>
        <p:nvPicPr>
          <p:cNvPr id="15" name="Imagen 1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94764" y="3092335"/>
            <a:ext cx="2498544" cy="1065725"/>
          </a:xfrm>
          <a:prstGeom prst="rect">
            <a:avLst/>
          </a:prstGeom>
        </p:spPr>
      </p:pic>
      <p:sp>
        <p:nvSpPr>
          <p:cNvPr id="16" name="Rectángulo 15"/>
          <p:cNvSpPr/>
          <p:nvPr/>
        </p:nvSpPr>
        <p:spPr>
          <a:xfrm>
            <a:off x="6043369" y="2447926"/>
            <a:ext cx="1654232" cy="1662546"/>
          </a:xfrm>
          <a:prstGeom prst="rect">
            <a:avLst/>
          </a:prstGeom>
          <a:solidFill>
            <a:srgbClr val="0013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7" name="Imagen 16"/>
          <p:cNvPicPr>
            <a:picLocks noChangeAspect="1"/>
          </p:cNvPicPr>
          <p:nvPr/>
        </p:nvPicPr>
        <p:blipFill>
          <a:blip r:embed="rId5" cstate="print">
            <a:grayscl/>
            <a:extLst>
              <a:ext uri="{28A0092B-C50C-407E-A947-70E740481C1C}">
                <a14:useLocalDpi xmlns:a14="http://schemas.microsoft.com/office/drawing/2010/main" val="0"/>
              </a:ext>
            </a:extLst>
          </a:blip>
          <a:stretch>
            <a:fillRect/>
          </a:stretch>
        </p:blipFill>
        <p:spPr>
          <a:xfrm>
            <a:off x="6069144" y="2461940"/>
            <a:ext cx="1602682" cy="1602682"/>
          </a:xfrm>
          <a:prstGeom prst="rect">
            <a:avLst/>
          </a:prstGeom>
        </p:spPr>
      </p:pic>
      <p:sp>
        <p:nvSpPr>
          <p:cNvPr id="20" name="Rectángulo 19"/>
          <p:cNvSpPr/>
          <p:nvPr/>
        </p:nvSpPr>
        <p:spPr>
          <a:xfrm>
            <a:off x="8636322" y="2356969"/>
            <a:ext cx="1738223" cy="1841897"/>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8" name="Imagen 17"/>
          <p:cNvPicPr>
            <a:picLocks noChangeAspect="1"/>
          </p:cNvPicPr>
          <p:nvPr/>
        </p:nvPicPr>
        <p:blipFill>
          <a:blip r:embed="rId6" cstate="print">
            <a:lum bright="70000" contrast="-70000"/>
            <a:extLst>
              <a:ext uri="{BEBA8EAE-BF5A-486C-A8C5-ECC9F3942E4B}">
                <a14:imgProps xmlns:a14="http://schemas.microsoft.com/office/drawing/2010/main">
                  <a14:imgLayer r:embed="rId7">
                    <a14:imgEffect>
                      <a14:saturation sat="33000"/>
                    </a14:imgEffect>
                  </a14:imgLayer>
                </a14:imgProps>
              </a:ext>
              <a:ext uri="{28A0092B-C50C-407E-A947-70E740481C1C}">
                <a14:useLocalDpi xmlns:a14="http://schemas.microsoft.com/office/drawing/2010/main" val="0"/>
              </a:ext>
            </a:extLst>
          </a:blip>
          <a:stretch>
            <a:fillRect/>
          </a:stretch>
        </p:blipFill>
        <p:spPr>
          <a:xfrm>
            <a:off x="8695165" y="2461766"/>
            <a:ext cx="1602682" cy="1602682"/>
          </a:xfrm>
          <a:prstGeom prst="rect">
            <a:avLst/>
          </a:prstGeom>
        </p:spPr>
      </p:pic>
    </p:spTree>
    <p:extLst>
      <p:ext uri="{BB962C8B-B14F-4D97-AF65-F5344CB8AC3E}">
        <p14:creationId xmlns:p14="http://schemas.microsoft.com/office/powerpoint/2010/main" val="20701704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048" y="-77822"/>
            <a:ext cx="12192000" cy="7026340"/>
          </a:xfrm>
        </p:spPr>
      </p:pic>
      <p:sp>
        <p:nvSpPr>
          <p:cNvPr id="5" name="Rectángulo 4"/>
          <p:cNvSpPr/>
          <p:nvPr/>
        </p:nvSpPr>
        <p:spPr>
          <a:xfrm>
            <a:off x="-10048" y="1"/>
            <a:ext cx="12202049" cy="6858000"/>
          </a:xfrm>
          <a:prstGeom prst="rect">
            <a:avLst/>
          </a:prstGeom>
          <a:solidFill>
            <a:srgbClr val="FFFFF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6" name="Imagen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68968" y="5787850"/>
            <a:ext cx="949568" cy="949568"/>
          </a:xfrm>
          <a:prstGeom prst="rect">
            <a:avLst/>
          </a:prstGeom>
        </p:spPr>
      </p:pic>
      <p:sp>
        <p:nvSpPr>
          <p:cNvPr id="11" name="Rectángulo 10"/>
          <p:cNvSpPr/>
          <p:nvPr/>
        </p:nvSpPr>
        <p:spPr>
          <a:xfrm>
            <a:off x="6070025" y="6348"/>
            <a:ext cx="6132025" cy="6858000"/>
          </a:xfrm>
          <a:prstGeom prst="rect">
            <a:avLst/>
          </a:prstGeom>
          <a:solidFill>
            <a:srgbClr val="FDFA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Rectángulo 11"/>
          <p:cNvSpPr/>
          <p:nvPr/>
        </p:nvSpPr>
        <p:spPr>
          <a:xfrm>
            <a:off x="0" y="0"/>
            <a:ext cx="6059977" cy="6858000"/>
          </a:xfrm>
          <a:prstGeom prst="rect">
            <a:avLst/>
          </a:prstGeom>
          <a:solidFill>
            <a:srgbClr val="0013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CuadroTexto 6"/>
          <p:cNvSpPr txBox="1"/>
          <p:nvPr/>
        </p:nvSpPr>
        <p:spPr>
          <a:xfrm>
            <a:off x="2031015" y="2883164"/>
            <a:ext cx="1997947" cy="461665"/>
          </a:xfrm>
          <a:prstGeom prst="rect">
            <a:avLst/>
          </a:prstGeom>
          <a:noFill/>
        </p:spPr>
        <p:txBody>
          <a:bodyPr wrap="square" rtlCol="0">
            <a:spAutoFit/>
          </a:bodyPr>
          <a:lstStyle/>
          <a:p>
            <a:pPr algn="ctr"/>
            <a:r>
              <a:rPr lang="es-MX" sz="2400" dirty="0" smtClean="0">
                <a:solidFill>
                  <a:srgbClr val="F5F1EC"/>
                </a:solidFill>
                <a:latin typeface="Axiforma ExtraBold" panose="00000900000000000000" pitchFamily="50" charset="0"/>
              </a:rPr>
              <a:t>#0a1a56</a:t>
            </a:r>
            <a:endParaRPr lang="es-MX" sz="2400" dirty="0">
              <a:solidFill>
                <a:srgbClr val="F5F1EC"/>
              </a:solidFill>
              <a:latin typeface="Axiforma ExtraBold" panose="00000900000000000000" pitchFamily="50" charset="0"/>
            </a:endParaRPr>
          </a:p>
        </p:txBody>
      </p:sp>
      <p:sp>
        <p:nvSpPr>
          <p:cNvPr id="8" name="CuadroTexto 7"/>
          <p:cNvSpPr txBox="1"/>
          <p:nvPr/>
        </p:nvSpPr>
        <p:spPr>
          <a:xfrm>
            <a:off x="8137063" y="2883163"/>
            <a:ext cx="1997947" cy="461665"/>
          </a:xfrm>
          <a:prstGeom prst="rect">
            <a:avLst/>
          </a:prstGeom>
          <a:noFill/>
        </p:spPr>
        <p:txBody>
          <a:bodyPr wrap="square" rtlCol="0">
            <a:spAutoFit/>
          </a:bodyPr>
          <a:lstStyle/>
          <a:p>
            <a:pPr algn="ctr"/>
            <a:r>
              <a:rPr lang="es-MX" sz="2400" dirty="0" smtClean="0">
                <a:solidFill>
                  <a:srgbClr val="001357"/>
                </a:solidFill>
                <a:latin typeface="Axiforma ExtraBold" panose="00000900000000000000" pitchFamily="50" charset="0"/>
              </a:rPr>
              <a:t>#fcfaf5</a:t>
            </a:r>
            <a:endParaRPr lang="es-MX" sz="2400" dirty="0">
              <a:solidFill>
                <a:srgbClr val="001357"/>
              </a:solidFill>
              <a:latin typeface="Axiforma ExtraBold" panose="00000900000000000000" pitchFamily="50" charset="0"/>
            </a:endParaRPr>
          </a:p>
        </p:txBody>
      </p:sp>
      <p:pic>
        <p:nvPicPr>
          <p:cNvPr id="9" name="Imagen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80888" y="-1097280"/>
            <a:ext cx="3749040" cy="3749040"/>
          </a:xfrm>
          <a:prstGeom prst="rect">
            <a:avLst/>
          </a:prstGeom>
        </p:spPr>
      </p:pic>
    </p:spTree>
    <p:extLst>
      <p:ext uri="{BB962C8B-B14F-4D97-AF65-F5344CB8AC3E}">
        <p14:creationId xmlns:p14="http://schemas.microsoft.com/office/powerpoint/2010/main" val="33545944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51323" y="5075612"/>
            <a:ext cx="2450869" cy="2450869"/>
          </a:xfrm>
          <a:prstGeom prst="rect">
            <a:avLst/>
          </a:prstGeom>
        </p:spPr>
      </p:pic>
      <p:sp>
        <p:nvSpPr>
          <p:cNvPr id="7" name="Rectángulo 6"/>
          <p:cNvSpPr/>
          <p:nvPr/>
        </p:nvSpPr>
        <p:spPr>
          <a:xfrm>
            <a:off x="0" y="0"/>
            <a:ext cx="6023495" cy="3325091"/>
          </a:xfrm>
          <a:prstGeom prst="rect">
            <a:avLst/>
          </a:prstGeom>
          <a:solidFill>
            <a:srgbClr val="0A1A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4" name="Rectángulo 13"/>
          <p:cNvSpPr/>
          <p:nvPr/>
        </p:nvSpPr>
        <p:spPr>
          <a:xfrm>
            <a:off x="5940328" y="3325091"/>
            <a:ext cx="6276149" cy="3532909"/>
          </a:xfrm>
          <a:prstGeom prst="rect">
            <a:avLst/>
          </a:prstGeom>
          <a:solidFill>
            <a:srgbClr val="0A1A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0" name="Rectángulo 9"/>
          <p:cNvSpPr/>
          <p:nvPr/>
        </p:nvSpPr>
        <p:spPr>
          <a:xfrm>
            <a:off x="5978697" y="-1"/>
            <a:ext cx="6340765" cy="3325091"/>
          </a:xfrm>
          <a:prstGeom prst="rect">
            <a:avLst/>
          </a:prstGeom>
          <a:solidFill>
            <a:srgbClr val="FCFA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Rectángulo 10"/>
          <p:cNvSpPr/>
          <p:nvPr/>
        </p:nvSpPr>
        <p:spPr>
          <a:xfrm>
            <a:off x="-341697" y="3324433"/>
            <a:ext cx="6320394" cy="3600069"/>
          </a:xfrm>
          <a:prstGeom prst="rect">
            <a:avLst/>
          </a:prstGeom>
          <a:solidFill>
            <a:srgbClr val="FCFA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6" name="Imagen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72565" y="3434258"/>
            <a:ext cx="3261606" cy="3258589"/>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42871" y="-497953"/>
            <a:ext cx="4320994" cy="4320994"/>
          </a:xfrm>
          <a:prstGeom prst="rect">
            <a:avLst/>
          </a:prstGeom>
        </p:spPr>
      </p:pic>
      <p:pic>
        <p:nvPicPr>
          <p:cNvPr id="12" name="Imagen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27132" y="-58190"/>
            <a:ext cx="3324434" cy="3324434"/>
          </a:xfrm>
          <a:prstGeom prst="rect">
            <a:avLst/>
          </a:prstGeom>
        </p:spPr>
      </p:pic>
      <p:pic>
        <p:nvPicPr>
          <p:cNvPr id="13" name="Imagen 1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83241" y="3158023"/>
            <a:ext cx="3306869" cy="3306869"/>
          </a:xfrm>
          <a:prstGeom prst="rect">
            <a:avLst/>
          </a:prstGeom>
        </p:spPr>
      </p:pic>
    </p:spTree>
    <p:extLst>
      <p:ext uri="{BB962C8B-B14F-4D97-AF65-F5344CB8AC3E}">
        <p14:creationId xmlns:p14="http://schemas.microsoft.com/office/powerpoint/2010/main" val="409453367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048" y="-77822"/>
            <a:ext cx="12192000" cy="7026340"/>
          </a:xfrm>
        </p:spPr>
      </p:pic>
      <p:sp>
        <p:nvSpPr>
          <p:cNvPr id="5" name="Rectángulo 4"/>
          <p:cNvSpPr/>
          <p:nvPr/>
        </p:nvSpPr>
        <p:spPr>
          <a:xfrm>
            <a:off x="-10048" y="1"/>
            <a:ext cx="12202049" cy="6858000"/>
          </a:xfrm>
          <a:prstGeom prst="rect">
            <a:avLst/>
          </a:prstGeom>
          <a:solidFill>
            <a:srgbClr val="FFFFF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6" name="Imagen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68968" y="5787850"/>
            <a:ext cx="949568" cy="949568"/>
          </a:xfrm>
          <a:prstGeom prst="rect">
            <a:avLst/>
          </a:prstGeom>
        </p:spPr>
      </p:pic>
      <p:sp>
        <p:nvSpPr>
          <p:cNvPr id="11" name="Rectángulo 10"/>
          <p:cNvSpPr/>
          <p:nvPr/>
        </p:nvSpPr>
        <p:spPr>
          <a:xfrm>
            <a:off x="6070025" y="6348"/>
            <a:ext cx="6132025" cy="6858000"/>
          </a:xfrm>
          <a:prstGeom prst="rect">
            <a:avLst/>
          </a:prstGeom>
          <a:solidFill>
            <a:srgbClr val="FDFA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Rectángulo 11"/>
          <p:cNvSpPr/>
          <p:nvPr/>
        </p:nvSpPr>
        <p:spPr>
          <a:xfrm>
            <a:off x="0" y="0"/>
            <a:ext cx="6059977" cy="6858000"/>
          </a:xfrm>
          <a:prstGeom prst="rect">
            <a:avLst/>
          </a:prstGeom>
          <a:solidFill>
            <a:srgbClr val="0013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CuadroTexto 6"/>
          <p:cNvSpPr txBox="1"/>
          <p:nvPr/>
        </p:nvSpPr>
        <p:spPr>
          <a:xfrm>
            <a:off x="2031015" y="2883164"/>
            <a:ext cx="1997947" cy="461665"/>
          </a:xfrm>
          <a:prstGeom prst="rect">
            <a:avLst/>
          </a:prstGeom>
          <a:noFill/>
        </p:spPr>
        <p:txBody>
          <a:bodyPr wrap="square" rtlCol="0">
            <a:spAutoFit/>
          </a:bodyPr>
          <a:lstStyle/>
          <a:p>
            <a:pPr algn="ctr"/>
            <a:r>
              <a:rPr lang="es-MX" sz="2400" dirty="0" smtClean="0">
                <a:solidFill>
                  <a:srgbClr val="F5F1EC"/>
                </a:solidFill>
                <a:latin typeface="Axiforma ExtraBold" panose="00000900000000000000" pitchFamily="50" charset="0"/>
              </a:rPr>
              <a:t>#0a1a56</a:t>
            </a:r>
            <a:endParaRPr lang="es-MX" sz="2400" dirty="0">
              <a:solidFill>
                <a:srgbClr val="F5F1EC"/>
              </a:solidFill>
              <a:latin typeface="Axiforma ExtraBold" panose="00000900000000000000" pitchFamily="50" charset="0"/>
            </a:endParaRPr>
          </a:p>
        </p:txBody>
      </p:sp>
      <p:sp>
        <p:nvSpPr>
          <p:cNvPr id="8" name="CuadroTexto 7"/>
          <p:cNvSpPr txBox="1"/>
          <p:nvPr/>
        </p:nvSpPr>
        <p:spPr>
          <a:xfrm>
            <a:off x="8137063" y="2883163"/>
            <a:ext cx="1997947" cy="461665"/>
          </a:xfrm>
          <a:prstGeom prst="rect">
            <a:avLst/>
          </a:prstGeom>
          <a:noFill/>
        </p:spPr>
        <p:txBody>
          <a:bodyPr wrap="square" rtlCol="0">
            <a:spAutoFit/>
          </a:bodyPr>
          <a:lstStyle/>
          <a:p>
            <a:pPr algn="ctr"/>
            <a:r>
              <a:rPr lang="es-MX" sz="2400" dirty="0" smtClean="0">
                <a:solidFill>
                  <a:srgbClr val="001357"/>
                </a:solidFill>
                <a:latin typeface="Axiforma ExtraBold" panose="00000900000000000000" pitchFamily="50" charset="0"/>
              </a:rPr>
              <a:t>#fcfaf5</a:t>
            </a:r>
            <a:endParaRPr lang="es-MX" sz="2400" dirty="0">
              <a:solidFill>
                <a:srgbClr val="001357"/>
              </a:solidFill>
              <a:latin typeface="Axiforma ExtraBold" panose="00000900000000000000" pitchFamily="50" charset="0"/>
            </a:endParaRPr>
          </a:p>
        </p:txBody>
      </p:sp>
      <p:pic>
        <p:nvPicPr>
          <p:cNvPr id="9" name="Imagen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80888" y="-1097280"/>
            <a:ext cx="3749040" cy="3749040"/>
          </a:xfrm>
          <a:prstGeom prst="rect">
            <a:avLst/>
          </a:prstGeom>
        </p:spPr>
      </p:pic>
    </p:spTree>
    <p:extLst>
      <p:ext uri="{BB962C8B-B14F-4D97-AF65-F5344CB8AC3E}">
        <p14:creationId xmlns:p14="http://schemas.microsoft.com/office/powerpoint/2010/main" val="20022990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MX"/>
          </a:p>
        </p:txBody>
      </p:sp>
      <p:sp>
        <p:nvSpPr>
          <p:cNvPr id="3" name="Subtítulo 2"/>
          <p:cNvSpPr>
            <a:spLocks noGrp="1"/>
          </p:cNvSpPr>
          <p:nvPr>
            <p:ph type="subTitle" idx="1"/>
          </p:nvPr>
        </p:nvSpPr>
        <p:spPr/>
        <p:txBody>
          <a:bodyPr/>
          <a:lstStyle/>
          <a:p>
            <a:endParaRPr lang="es-MX"/>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ítulo 1"/>
          <p:cNvSpPr txBox="1">
            <a:spLocks/>
          </p:cNvSpPr>
          <p:nvPr/>
        </p:nvSpPr>
        <p:spPr>
          <a:xfrm>
            <a:off x="775804" y="582797"/>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s-MX" sz="7200" dirty="0" smtClean="0">
                <a:solidFill>
                  <a:srgbClr val="001357"/>
                </a:solidFill>
                <a:latin typeface="Romely" pitchFamily="2" charset="0"/>
              </a:rPr>
              <a:t>Tipografía del logo</a:t>
            </a:r>
            <a:endParaRPr lang="es-MX" sz="7200" dirty="0">
              <a:solidFill>
                <a:srgbClr val="001357"/>
              </a:solidFill>
              <a:latin typeface="Romely" pitchFamily="2" charset="0"/>
            </a:endParaRPr>
          </a:p>
        </p:txBody>
      </p:sp>
      <p:sp>
        <p:nvSpPr>
          <p:cNvPr id="7" name="CuadroTexto 6"/>
          <p:cNvSpPr txBox="1"/>
          <p:nvPr/>
        </p:nvSpPr>
        <p:spPr>
          <a:xfrm>
            <a:off x="775804" y="2304918"/>
            <a:ext cx="8927960" cy="2554545"/>
          </a:xfrm>
          <a:prstGeom prst="rect">
            <a:avLst/>
          </a:prstGeom>
          <a:noFill/>
        </p:spPr>
        <p:txBody>
          <a:bodyPr wrap="square" rtlCol="0">
            <a:spAutoFit/>
          </a:bodyPr>
          <a:lstStyle/>
          <a:p>
            <a:r>
              <a:rPr lang="es-MX" sz="2000" dirty="0" err="1" smtClean="0">
                <a:solidFill>
                  <a:srgbClr val="001156"/>
                </a:solidFill>
                <a:latin typeface="Mayonice" pitchFamily="50" charset="0"/>
              </a:rPr>
              <a:t>Mayonice</a:t>
            </a:r>
            <a:endParaRPr lang="es-MX" sz="2000" dirty="0" smtClean="0">
              <a:solidFill>
                <a:srgbClr val="001156"/>
              </a:solidFill>
              <a:latin typeface="Mayonice" pitchFamily="50" charset="0"/>
            </a:endParaRPr>
          </a:p>
          <a:p>
            <a:endParaRPr lang="es-MX" sz="2000" dirty="0" smtClean="0">
              <a:solidFill>
                <a:srgbClr val="001156"/>
              </a:solidFill>
              <a:latin typeface="Mayonice" pitchFamily="50" charset="0"/>
            </a:endParaRPr>
          </a:p>
          <a:p>
            <a:r>
              <a:rPr lang="es-MX" sz="2000" dirty="0" smtClean="0">
                <a:solidFill>
                  <a:srgbClr val="001156"/>
                </a:solidFill>
                <a:latin typeface="Mayonice" pitchFamily="50" charset="0"/>
              </a:rPr>
              <a:t>A B C D E F G H I J K L M N O P Q R S T U V W X Y Z </a:t>
            </a:r>
          </a:p>
          <a:p>
            <a:endParaRPr lang="es-MX" sz="2000" dirty="0">
              <a:solidFill>
                <a:srgbClr val="001156"/>
              </a:solidFill>
              <a:latin typeface="Mayonice" pitchFamily="50" charset="0"/>
            </a:endParaRPr>
          </a:p>
          <a:p>
            <a:r>
              <a:rPr lang="es-MX" sz="2000" dirty="0" smtClean="0">
                <a:solidFill>
                  <a:srgbClr val="001156"/>
                </a:solidFill>
                <a:latin typeface="Mayonice" pitchFamily="50" charset="0"/>
              </a:rPr>
              <a:t>a b c d e f g h i j k l m n o p q r s t u v w x y z </a:t>
            </a:r>
          </a:p>
          <a:p>
            <a:endParaRPr lang="es-MX" sz="2000" dirty="0">
              <a:solidFill>
                <a:srgbClr val="001156"/>
              </a:solidFill>
              <a:latin typeface="Mayonice" pitchFamily="50" charset="0"/>
            </a:endParaRPr>
          </a:p>
          <a:p>
            <a:r>
              <a:rPr lang="es-MX" sz="2000" dirty="0" smtClean="0">
                <a:solidFill>
                  <a:srgbClr val="001156"/>
                </a:solidFill>
                <a:latin typeface="Mayonice" pitchFamily="50" charset="0"/>
              </a:rPr>
              <a:t>1 2 3 4 5 6 7 8 9 0 . , ; ? ¡ / ()  </a:t>
            </a:r>
          </a:p>
        </p:txBody>
      </p:sp>
    </p:spTree>
    <p:extLst>
      <p:ext uri="{BB962C8B-B14F-4D97-AF65-F5344CB8AC3E}">
        <p14:creationId xmlns:p14="http://schemas.microsoft.com/office/powerpoint/2010/main" val="2041534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MX"/>
          </a:p>
        </p:txBody>
      </p:sp>
      <p:sp>
        <p:nvSpPr>
          <p:cNvPr id="3" name="Subtítulo 2"/>
          <p:cNvSpPr>
            <a:spLocks noGrp="1"/>
          </p:cNvSpPr>
          <p:nvPr>
            <p:ph type="subTitle" idx="1"/>
          </p:nvPr>
        </p:nvSpPr>
        <p:spPr/>
        <p:txBody>
          <a:bodyPr/>
          <a:lstStyle/>
          <a:p>
            <a:endParaRPr lang="es-MX"/>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ítulo 1"/>
          <p:cNvSpPr txBox="1">
            <a:spLocks/>
          </p:cNvSpPr>
          <p:nvPr/>
        </p:nvSpPr>
        <p:spPr>
          <a:xfrm>
            <a:off x="775804" y="582797"/>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s-MX" sz="7200" dirty="0" smtClean="0">
                <a:solidFill>
                  <a:srgbClr val="001357"/>
                </a:solidFill>
                <a:latin typeface="Romely" pitchFamily="2" charset="0"/>
              </a:rPr>
              <a:t>Tipografía principal</a:t>
            </a:r>
            <a:endParaRPr lang="es-MX" sz="7200" dirty="0">
              <a:solidFill>
                <a:srgbClr val="001357"/>
              </a:solidFill>
              <a:latin typeface="Romely" pitchFamily="2" charset="0"/>
            </a:endParaRPr>
          </a:p>
        </p:txBody>
      </p:sp>
      <p:sp>
        <p:nvSpPr>
          <p:cNvPr id="7" name="CuadroTexto 6"/>
          <p:cNvSpPr txBox="1"/>
          <p:nvPr/>
        </p:nvSpPr>
        <p:spPr>
          <a:xfrm>
            <a:off x="775804" y="2304918"/>
            <a:ext cx="8927960" cy="2246769"/>
          </a:xfrm>
          <a:prstGeom prst="rect">
            <a:avLst/>
          </a:prstGeom>
          <a:noFill/>
        </p:spPr>
        <p:txBody>
          <a:bodyPr wrap="square" rtlCol="0">
            <a:spAutoFit/>
          </a:bodyPr>
          <a:lstStyle/>
          <a:p>
            <a:r>
              <a:rPr lang="es-MX" sz="2000" dirty="0" err="1" smtClean="0">
                <a:solidFill>
                  <a:srgbClr val="001156"/>
                </a:solidFill>
                <a:latin typeface="Romely" pitchFamily="2" charset="0"/>
              </a:rPr>
              <a:t>Romely</a:t>
            </a:r>
            <a:endParaRPr lang="es-MX" sz="2000" dirty="0" smtClean="0">
              <a:solidFill>
                <a:srgbClr val="001156"/>
              </a:solidFill>
              <a:latin typeface="Romely" pitchFamily="2" charset="0"/>
            </a:endParaRPr>
          </a:p>
          <a:p>
            <a:endParaRPr lang="es-MX" sz="2000" dirty="0" smtClean="0">
              <a:solidFill>
                <a:srgbClr val="001156"/>
              </a:solidFill>
              <a:latin typeface="Romely" pitchFamily="2" charset="0"/>
            </a:endParaRPr>
          </a:p>
          <a:p>
            <a:r>
              <a:rPr lang="es-MX" sz="2000" dirty="0" smtClean="0">
                <a:solidFill>
                  <a:srgbClr val="001156"/>
                </a:solidFill>
                <a:latin typeface="Romely" pitchFamily="2" charset="0"/>
              </a:rPr>
              <a:t>A B C D E F G H I J K L M N O P Q R S T U V W X Y Z </a:t>
            </a:r>
          </a:p>
          <a:p>
            <a:endParaRPr lang="es-MX" sz="2000" dirty="0">
              <a:solidFill>
                <a:srgbClr val="001156"/>
              </a:solidFill>
              <a:latin typeface="Romely" pitchFamily="2" charset="0"/>
            </a:endParaRPr>
          </a:p>
          <a:p>
            <a:r>
              <a:rPr lang="es-MX" sz="2000" dirty="0" smtClean="0">
                <a:solidFill>
                  <a:srgbClr val="001156"/>
                </a:solidFill>
                <a:latin typeface="Romely" pitchFamily="2" charset="0"/>
              </a:rPr>
              <a:t>a b c d e f g h i j k l m n o p q r s t u v w x y z </a:t>
            </a:r>
          </a:p>
          <a:p>
            <a:endParaRPr lang="es-MX" sz="2000" dirty="0">
              <a:solidFill>
                <a:srgbClr val="001156"/>
              </a:solidFill>
              <a:latin typeface="Romely" pitchFamily="2" charset="0"/>
            </a:endParaRPr>
          </a:p>
          <a:p>
            <a:r>
              <a:rPr lang="es-MX" sz="2000" dirty="0" smtClean="0">
                <a:solidFill>
                  <a:srgbClr val="001156"/>
                </a:solidFill>
                <a:latin typeface="Romely" pitchFamily="2" charset="0"/>
              </a:rPr>
              <a:t>1 2 3 4 5 6 7 8 9 0 . , ; ? ¡ / ()  </a:t>
            </a:r>
          </a:p>
        </p:txBody>
      </p:sp>
    </p:spTree>
    <p:extLst>
      <p:ext uri="{BB962C8B-B14F-4D97-AF65-F5344CB8AC3E}">
        <p14:creationId xmlns:p14="http://schemas.microsoft.com/office/powerpoint/2010/main" val="24891388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MX"/>
          </a:p>
        </p:txBody>
      </p:sp>
      <p:sp>
        <p:nvSpPr>
          <p:cNvPr id="3" name="Subtítulo 2"/>
          <p:cNvSpPr>
            <a:spLocks noGrp="1"/>
          </p:cNvSpPr>
          <p:nvPr>
            <p:ph type="subTitle" idx="1"/>
          </p:nvPr>
        </p:nvSpPr>
        <p:spPr/>
        <p:txBody>
          <a:bodyPr/>
          <a:lstStyle/>
          <a:p>
            <a:endParaRPr lang="es-MX"/>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ítulo 1"/>
          <p:cNvSpPr txBox="1">
            <a:spLocks/>
          </p:cNvSpPr>
          <p:nvPr/>
        </p:nvSpPr>
        <p:spPr>
          <a:xfrm>
            <a:off x="775804" y="582797"/>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s-MX" sz="7200" dirty="0" smtClean="0">
                <a:solidFill>
                  <a:srgbClr val="001357"/>
                </a:solidFill>
                <a:latin typeface="Romely" pitchFamily="2" charset="0"/>
              </a:rPr>
              <a:t>Tipografía secundaria</a:t>
            </a:r>
            <a:endParaRPr lang="es-MX" sz="7200" dirty="0">
              <a:solidFill>
                <a:srgbClr val="001357"/>
              </a:solidFill>
              <a:latin typeface="Romely" pitchFamily="2" charset="0"/>
            </a:endParaRPr>
          </a:p>
        </p:txBody>
      </p:sp>
      <p:sp>
        <p:nvSpPr>
          <p:cNvPr id="7" name="CuadroTexto 6"/>
          <p:cNvSpPr txBox="1"/>
          <p:nvPr/>
        </p:nvSpPr>
        <p:spPr>
          <a:xfrm>
            <a:off x="775804" y="2304918"/>
            <a:ext cx="8927960" cy="2246769"/>
          </a:xfrm>
          <a:prstGeom prst="rect">
            <a:avLst/>
          </a:prstGeom>
          <a:noFill/>
        </p:spPr>
        <p:txBody>
          <a:bodyPr wrap="square" rtlCol="0">
            <a:spAutoFit/>
          </a:bodyPr>
          <a:lstStyle/>
          <a:p>
            <a:r>
              <a:rPr lang="es-MX" sz="2000" dirty="0" err="1" smtClean="0">
                <a:solidFill>
                  <a:srgbClr val="001156"/>
                </a:solidFill>
                <a:latin typeface="Neon 80s" panose="02010500000200060000" pitchFamily="2" charset="0"/>
              </a:rPr>
              <a:t>Neon</a:t>
            </a:r>
            <a:r>
              <a:rPr lang="es-MX" sz="2000" dirty="0" smtClean="0">
                <a:solidFill>
                  <a:srgbClr val="001156"/>
                </a:solidFill>
                <a:latin typeface="Neon 80s" panose="02010500000200060000" pitchFamily="2" charset="0"/>
              </a:rPr>
              <a:t> 80ts</a:t>
            </a:r>
            <a:endParaRPr lang="es-MX" sz="2000" dirty="0" smtClean="0">
              <a:solidFill>
                <a:srgbClr val="001156"/>
              </a:solidFill>
              <a:latin typeface="Neon 80s" panose="02010500000200060000" pitchFamily="2" charset="0"/>
            </a:endParaRPr>
          </a:p>
          <a:p>
            <a:endParaRPr lang="es-MX" sz="2000" dirty="0" smtClean="0">
              <a:solidFill>
                <a:srgbClr val="001156"/>
              </a:solidFill>
              <a:latin typeface="Neon 80s" panose="02010500000200060000" pitchFamily="2" charset="0"/>
            </a:endParaRPr>
          </a:p>
          <a:p>
            <a:r>
              <a:rPr lang="es-MX" sz="2000" dirty="0" smtClean="0">
                <a:solidFill>
                  <a:srgbClr val="001156"/>
                </a:solidFill>
                <a:latin typeface="Neon 80s" panose="02010500000200060000" pitchFamily="2" charset="0"/>
              </a:rPr>
              <a:t>A B C D E F G H I J K L M N O P Q R S T U V W X Y Z </a:t>
            </a:r>
          </a:p>
          <a:p>
            <a:endParaRPr lang="es-MX" sz="2000" dirty="0">
              <a:solidFill>
                <a:srgbClr val="001156"/>
              </a:solidFill>
              <a:latin typeface="Neon 80s" panose="02010500000200060000" pitchFamily="2" charset="0"/>
            </a:endParaRPr>
          </a:p>
          <a:p>
            <a:r>
              <a:rPr lang="es-MX" sz="2000" dirty="0" smtClean="0">
                <a:solidFill>
                  <a:srgbClr val="001156"/>
                </a:solidFill>
                <a:latin typeface="Neon 80s" panose="02010500000200060000" pitchFamily="2" charset="0"/>
              </a:rPr>
              <a:t>a b c d e f g h i j k l m n o p q r s t u v w x y z </a:t>
            </a:r>
          </a:p>
          <a:p>
            <a:endParaRPr lang="es-MX" sz="2000" dirty="0">
              <a:solidFill>
                <a:srgbClr val="001156"/>
              </a:solidFill>
              <a:latin typeface="Neon 80s" panose="02010500000200060000" pitchFamily="2" charset="0"/>
            </a:endParaRPr>
          </a:p>
          <a:p>
            <a:r>
              <a:rPr lang="es-MX" sz="2000" dirty="0" smtClean="0">
                <a:solidFill>
                  <a:srgbClr val="001156"/>
                </a:solidFill>
                <a:latin typeface="Neon 80s" panose="02010500000200060000" pitchFamily="2" charset="0"/>
              </a:rPr>
              <a:t>1 2 3 4 5 6 7 8 9 0 . , ; ? ¡ / ()  </a:t>
            </a:r>
          </a:p>
        </p:txBody>
      </p:sp>
    </p:spTree>
    <p:extLst>
      <p:ext uri="{BB962C8B-B14F-4D97-AF65-F5344CB8AC3E}">
        <p14:creationId xmlns:p14="http://schemas.microsoft.com/office/powerpoint/2010/main" val="11213450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MX"/>
          </a:p>
        </p:txBody>
      </p:sp>
      <p:sp>
        <p:nvSpPr>
          <p:cNvPr id="3" name="Subtítulo 2"/>
          <p:cNvSpPr>
            <a:spLocks noGrp="1"/>
          </p:cNvSpPr>
          <p:nvPr>
            <p:ph type="subTitle" idx="1"/>
          </p:nvPr>
        </p:nvSpPr>
        <p:spPr/>
        <p:txBody>
          <a:bodyPr/>
          <a:lstStyle/>
          <a:p>
            <a:endParaRPr lang="es-MX"/>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ítulo 1"/>
          <p:cNvSpPr txBox="1">
            <a:spLocks/>
          </p:cNvSpPr>
          <p:nvPr/>
        </p:nvSpPr>
        <p:spPr>
          <a:xfrm>
            <a:off x="642801" y="158848"/>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s-MX" sz="7200" dirty="0" err="1" smtClean="0">
                <a:solidFill>
                  <a:srgbClr val="001357"/>
                </a:solidFill>
                <a:latin typeface="Romely" pitchFamily="2" charset="0"/>
              </a:rPr>
              <a:t>Iconogra´fia</a:t>
            </a:r>
            <a:endParaRPr lang="es-MX" sz="7200" dirty="0">
              <a:solidFill>
                <a:srgbClr val="001357"/>
              </a:solidFill>
              <a:latin typeface="Romely" pitchFamily="2" charset="0"/>
            </a:endParaRPr>
          </a:p>
        </p:txBody>
      </p:sp>
      <p:sp>
        <p:nvSpPr>
          <p:cNvPr id="7" name="CuadroTexto 6"/>
          <p:cNvSpPr txBox="1"/>
          <p:nvPr/>
        </p:nvSpPr>
        <p:spPr>
          <a:xfrm>
            <a:off x="1523959" y="1868145"/>
            <a:ext cx="3660321" cy="338554"/>
          </a:xfrm>
          <a:prstGeom prst="rect">
            <a:avLst/>
          </a:prstGeom>
          <a:noFill/>
        </p:spPr>
        <p:txBody>
          <a:bodyPr wrap="square" rtlCol="0">
            <a:spAutoFit/>
          </a:bodyPr>
          <a:lstStyle/>
          <a:p>
            <a:r>
              <a:rPr lang="es-MX" sz="1600" dirty="0" smtClean="0">
                <a:solidFill>
                  <a:srgbClr val="001156"/>
                </a:solidFill>
                <a:latin typeface="Neon 80s" panose="02010500000200060000" pitchFamily="2" charset="0"/>
              </a:rPr>
              <a:t>Anillos</a:t>
            </a:r>
            <a:endParaRPr lang="es-MX" sz="1600" dirty="0" smtClean="0">
              <a:solidFill>
                <a:srgbClr val="001156"/>
              </a:solidFill>
              <a:latin typeface="Neon 80s" panose="02010500000200060000" pitchFamily="2" charset="0"/>
            </a:endParaRPr>
          </a:p>
        </p:txBody>
      </p:sp>
      <p:pic>
        <p:nvPicPr>
          <p:cNvPr id="4" name="Imagen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9378" y="4603876"/>
            <a:ext cx="608664" cy="608664"/>
          </a:xfrm>
          <a:prstGeom prst="rect">
            <a:avLst/>
          </a:prstGeom>
        </p:spPr>
      </p:pic>
      <p:pic>
        <p:nvPicPr>
          <p:cNvPr id="6" name="Imagen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2611" y="3888731"/>
            <a:ext cx="615431" cy="615431"/>
          </a:xfrm>
          <a:prstGeom prst="rect">
            <a:avLst/>
          </a:prstGeom>
        </p:spPr>
      </p:pic>
      <p:pic>
        <p:nvPicPr>
          <p:cNvPr id="8" name="Imagen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9378" y="3173586"/>
            <a:ext cx="608705" cy="608705"/>
          </a:xfrm>
          <a:prstGeom prst="rect">
            <a:avLst/>
          </a:prstGeom>
        </p:spPr>
      </p:pic>
      <p:pic>
        <p:nvPicPr>
          <p:cNvPr id="10" name="Imagen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78761" y="2447927"/>
            <a:ext cx="609281" cy="609281"/>
          </a:xfrm>
          <a:prstGeom prst="rect">
            <a:avLst/>
          </a:prstGeom>
        </p:spPr>
      </p:pic>
      <p:pic>
        <p:nvPicPr>
          <p:cNvPr id="11" name="Imagen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78760" y="1732781"/>
            <a:ext cx="609282" cy="609282"/>
          </a:xfrm>
          <a:prstGeom prst="rect">
            <a:avLst/>
          </a:prstGeom>
        </p:spPr>
      </p:pic>
      <p:sp>
        <p:nvSpPr>
          <p:cNvPr id="12" name="CuadroTexto 11"/>
          <p:cNvSpPr txBox="1"/>
          <p:nvPr/>
        </p:nvSpPr>
        <p:spPr>
          <a:xfrm>
            <a:off x="1523958" y="2583290"/>
            <a:ext cx="3660321" cy="338554"/>
          </a:xfrm>
          <a:prstGeom prst="rect">
            <a:avLst/>
          </a:prstGeom>
          <a:noFill/>
        </p:spPr>
        <p:txBody>
          <a:bodyPr wrap="square" rtlCol="0">
            <a:spAutoFit/>
          </a:bodyPr>
          <a:lstStyle/>
          <a:p>
            <a:r>
              <a:rPr lang="es-MX" sz="1600" dirty="0" smtClean="0">
                <a:solidFill>
                  <a:srgbClr val="001156"/>
                </a:solidFill>
                <a:latin typeface="Neon 80s" panose="02010500000200060000" pitchFamily="2" charset="0"/>
              </a:rPr>
              <a:t>Horarios</a:t>
            </a:r>
            <a:endParaRPr lang="es-MX" sz="1600" dirty="0" smtClean="0">
              <a:solidFill>
                <a:srgbClr val="001156"/>
              </a:solidFill>
              <a:latin typeface="Neon 80s" panose="02010500000200060000" pitchFamily="2" charset="0"/>
            </a:endParaRPr>
          </a:p>
        </p:txBody>
      </p:sp>
      <p:sp>
        <p:nvSpPr>
          <p:cNvPr id="13" name="CuadroTexto 12"/>
          <p:cNvSpPr txBox="1"/>
          <p:nvPr/>
        </p:nvSpPr>
        <p:spPr>
          <a:xfrm>
            <a:off x="1523958" y="3308661"/>
            <a:ext cx="3660321" cy="338554"/>
          </a:xfrm>
          <a:prstGeom prst="rect">
            <a:avLst/>
          </a:prstGeom>
          <a:noFill/>
        </p:spPr>
        <p:txBody>
          <a:bodyPr wrap="square" rtlCol="0">
            <a:spAutoFit/>
          </a:bodyPr>
          <a:lstStyle/>
          <a:p>
            <a:r>
              <a:rPr lang="es-MX" sz="1600" dirty="0" smtClean="0">
                <a:solidFill>
                  <a:srgbClr val="001156"/>
                </a:solidFill>
                <a:latin typeface="Neon 80s" panose="02010500000200060000" pitchFamily="2" charset="0"/>
              </a:rPr>
              <a:t>Catedral Cruceña</a:t>
            </a:r>
            <a:endParaRPr lang="es-MX" sz="1600" dirty="0" smtClean="0">
              <a:solidFill>
                <a:srgbClr val="001156"/>
              </a:solidFill>
              <a:latin typeface="Neon 80s" panose="02010500000200060000" pitchFamily="2" charset="0"/>
            </a:endParaRPr>
          </a:p>
        </p:txBody>
      </p:sp>
      <p:sp>
        <p:nvSpPr>
          <p:cNvPr id="14" name="CuadroTexto 13"/>
          <p:cNvSpPr txBox="1"/>
          <p:nvPr/>
        </p:nvSpPr>
        <p:spPr>
          <a:xfrm>
            <a:off x="1523957" y="4034032"/>
            <a:ext cx="3660321" cy="338554"/>
          </a:xfrm>
          <a:prstGeom prst="rect">
            <a:avLst/>
          </a:prstGeom>
          <a:noFill/>
        </p:spPr>
        <p:txBody>
          <a:bodyPr wrap="square" rtlCol="0">
            <a:spAutoFit/>
          </a:bodyPr>
          <a:lstStyle/>
          <a:p>
            <a:r>
              <a:rPr lang="es-MX" sz="1600" dirty="0" smtClean="0">
                <a:solidFill>
                  <a:srgbClr val="001156"/>
                </a:solidFill>
                <a:latin typeface="Neon 80s" panose="02010500000200060000" pitchFamily="2" charset="0"/>
              </a:rPr>
              <a:t>Cafetería</a:t>
            </a:r>
            <a:endParaRPr lang="es-MX" sz="1600" dirty="0" smtClean="0">
              <a:solidFill>
                <a:srgbClr val="001156"/>
              </a:solidFill>
              <a:latin typeface="Neon 80s" panose="02010500000200060000" pitchFamily="2" charset="0"/>
            </a:endParaRPr>
          </a:p>
        </p:txBody>
      </p:sp>
      <p:sp>
        <p:nvSpPr>
          <p:cNvPr id="15" name="CuadroTexto 14"/>
          <p:cNvSpPr txBox="1"/>
          <p:nvPr/>
        </p:nvSpPr>
        <p:spPr>
          <a:xfrm>
            <a:off x="1523956" y="4694371"/>
            <a:ext cx="3660321" cy="338554"/>
          </a:xfrm>
          <a:prstGeom prst="rect">
            <a:avLst/>
          </a:prstGeom>
          <a:noFill/>
        </p:spPr>
        <p:txBody>
          <a:bodyPr wrap="square" rtlCol="0">
            <a:spAutoFit/>
          </a:bodyPr>
          <a:lstStyle/>
          <a:p>
            <a:r>
              <a:rPr lang="es-MX" sz="1600" dirty="0" err="1" smtClean="0">
                <a:solidFill>
                  <a:srgbClr val="001156"/>
                </a:solidFill>
                <a:latin typeface="Neon 80s" panose="02010500000200060000" pitchFamily="2" charset="0"/>
              </a:rPr>
              <a:t>Cheasecake</a:t>
            </a:r>
            <a:endParaRPr lang="es-MX" sz="1600" dirty="0" smtClean="0">
              <a:solidFill>
                <a:srgbClr val="001156"/>
              </a:solidFill>
              <a:latin typeface="Neon 80s" panose="02010500000200060000" pitchFamily="2" charset="0"/>
            </a:endParaRPr>
          </a:p>
        </p:txBody>
      </p:sp>
      <p:pic>
        <p:nvPicPr>
          <p:cNvPr id="16" name="Imagen 1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250665" y="4596465"/>
            <a:ext cx="609919" cy="609919"/>
          </a:xfrm>
          <a:prstGeom prst="rect">
            <a:avLst/>
          </a:prstGeom>
        </p:spPr>
      </p:pic>
      <p:pic>
        <p:nvPicPr>
          <p:cNvPr id="17" name="Imagen 1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252009" y="3901232"/>
            <a:ext cx="623044" cy="623044"/>
          </a:xfrm>
          <a:prstGeom prst="rect">
            <a:avLst/>
          </a:prstGeom>
        </p:spPr>
      </p:pic>
      <p:pic>
        <p:nvPicPr>
          <p:cNvPr id="18" name="Imagen 1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259388" y="3173586"/>
            <a:ext cx="635571" cy="635571"/>
          </a:xfrm>
          <a:prstGeom prst="rect">
            <a:avLst/>
          </a:prstGeom>
        </p:spPr>
      </p:pic>
      <p:pic>
        <p:nvPicPr>
          <p:cNvPr id="19" name="Imagen 1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264458" y="2433833"/>
            <a:ext cx="623376" cy="623376"/>
          </a:xfrm>
          <a:prstGeom prst="rect">
            <a:avLst/>
          </a:prstGeom>
        </p:spPr>
      </p:pic>
      <p:pic>
        <p:nvPicPr>
          <p:cNvPr id="20" name="Imagen 1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264457" y="1731467"/>
            <a:ext cx="610596" cy="610596"/>
          </a:xfrm>
          <a:prstGeom prst="rect">
            <a:avLst/>
          </a:prstGeom>
        </p:spPr>
      </p:pic>
      <p:sp>
        <p:nvSpPr>
          <p:cNvPr id="21" name="CuadroTexto 20"/>
          <p:cNvSpPr txBox="1"/>
          <p:nvPr/>
        </p:nvSpPr>
        <p:spPr>
          <a:xfrm>
            <a:off x="5184280" y="1871863"/>
            <a:ext cx="3660321" cy="338554"/>
          </a:xfrm>
          <a:prstGeom prst="rect">
            <a:avLst/>
          </a:prstGeom>
          <a:noFill/>
        </p:spPr>
        <p:txBody>
          <a:bodyPr wrap="square" rtlCol="0">
            <a:spAutoFit/>
          </a:bodyPr>
          <a:lstStyle/>
          <a:p>
            <a:r>
              <a:rPr lang="es-MX" sz="1600" dirty="0" smtClean="0">
                <a:solidFill>
                  <a:srgbClr val="001156"/>
                </a:solidFill>
                <a:latin typeface="Neon 80s" panose="02010500000200060000" pitchFamily="2" charset="0"/>
              </a:rPr>
              <a:t>Pastas</a:t>
            </a:r>
            <a:endParaRPr lang="es-MX" sz="1600" dirty="0" smtClean="0">
              <a:solidFill>
                <a:srgbClr val="001156"/>
              </a:solidFill>
              <a:latin typeface="Neon 80s" panose="02010500000200060000" pitchFamily="2" charset="0"/>
            </a:endParaRPr>
          </a:p>
        </p:txBody>
      </p:sp>
      <p:sp>
        <p:nvSpPr>
          <p:cNvPr id="22" name="CuadroTexto 21"/>
          <p:cNvSpPr txBox="1"/>
          <p:nvPr/>
        </p:nvSpPr>
        <p:spPr>
          <a:xfrm>
            <a:off x="5184279" y="2587008"/>
            <a:ext cx="3660321" cy="338554"/>
          </a:xfrm>
          <a:prstGeom prst="rect">
            <a:avLst/>
          </a:prstGeom>
          <a:noFill/>
        </p:spPr>
        <p:txBody>
          <a:bodyPr wrap="square" rtlCol="0">
            <a:spAutoFit/>
          </a:bodyPr>
          <a:lstStyle/>
          <a:p>
            <a:r>
              <a:rPr lang="es-MX" sz="1600" dirty="0" smtClean="0">
                <a:solidFill>
                  <a:srgbClr val="001156"/>
                </a:solidFill>
                <a:latin typeface="Neon 80s" panose="02010500000200060000" pitchFamily="2" charset="0"/>
              </a:rPr>
              <a:t>Panadería</a:t>
            </a:r>
            <a:endParaRPr lang="es-MX" sz="1600" dirty="0" smtClean="0">
              <a:solidFill>
                <a:srgbClr val="001156"/>
              </a:solidFill>
              <a:latin typeface="Neon 80s" panose="02010500000200060000" pitchFamily="2" charset="0"/>
            </a:endParaRPr>
          </a:p>
        </p:txBody>
      </p:sp>
      <p:sp>
        <p:nvSpPr>
          <p:cNvPr id="23" name="CuadroTexto 22"/>
          <p:cNvSpPr txBox="1"/>
          <p:nvPr/>
        </p:nvSpPr>
        <p:spPr>
          <a:xfrm>
            <a:off x="5184279" y="3312379"/>
            <a:ext cx="3660321" cy="338554"/>
          </a:xfrm>
          <a:prstGeom prst="rect">
            <a:avLst/>
          </a:prstGeom>
          <a:noFill/>
        </p:spPr>
        <p:txBody>
          <a:bodyPr wrap="square" rtlCol="0">
            <a:spAutoFit/>
          </a:bodyPr>
          <a:lstStyle/>
          <a:p>
            <a:r>
              <a:rPr lang="es-MX" sz="1600" dirty="0" smtClean="0">
                <a:solidFill>
                  <a:srgbClr val="001156"/>
                </a:solidFill>
                <a:latin typeface="Neon 80s" panose="02010500000200060000" pitchFamily="2" charset="0"/>
              </a:rPr>
              <a:t>Ubicación</a:t>
            </a:r>
            <a:endParaRPr lang="es-MX" sz="1600" dirty="0" smtClean="0">
              <a:solidFill>
                <a:srgbClr val="001156"/>
              </a:solidFill>
              <a:latin typeface="Neon 80s" panose="02010500000200060000" pitchFamily="2" charset="0"/>
            </a:endParaRPr>
          </a:p>
        </p:txBody>
      </p:sp>
      <p:sp>
        <p:nvSpPr>
          <p:cNvPr id="24" name="CuadroTexto 23"/>
          <p:cNvSpPr txBox="1"/>
          <p:nvPr/>
        </p:nvSpPr>
        <p:spPr>
          <a:xfrm>
            <a:off x="5184278" y="4037750"/>
            <a:ext cx="3660321" cy="338554"/>
          </a:xfrm>
          <a:prstGeom prst="rect">
            <a:avLst/>
          </a:prstGeom>
          <a:noFill/>
        </p:spPr>
        <p:txBody>
          <a:bodyPr wrap="square" rtlCol="0">
            <a:spAutoFit/>
          </a:bodyPr>
          <a:lstStyle/>
          <a:p>
            <a:r>
              <a:rPr lang="es-MX" sz="1600" dirty="0" smtClean="0">
                <a:solidFill>
                  <a:srgbClr val="001156"/>
                </a:solidFill>
                <a:latin typeface="Neon 80s" panose="02010500000200060000" pitchFamily="2" charset="0"/>
              </a:rPr>
              <a:t>Clientes</a:t>
            </a:r>
            <a:endParaRPr lang="es-MX" sz="1600" dirty="0" smtClean="0">
              <a:solidFill>
                <a:srgbClr val="001156"/>
              </a:solidFill>
              <a:latin typeface="Neon 80s" panose="02010500000200060000" pitchFamily="2" charset="0"/>
            </a:endParaRPr>
          </a:p>
        </p:txBody>
      </p:sp>
      <p:sp>
        <p:nvSpPr>
          <p:cNvPr id="25" name="CuadroTexto 24"/>
          <p:cNvSpPr txBox="1"/>
          <p:nvPr/>
        </p:nvSpPr>
        <p:spPr>
          <a:xfrm>
            <a:off x="5184277" y="4698089"/>
            <a:ext cx="3660321" cy="338554"/>
          </a:xfrm>
          <a:prstGeom prst="rect">
            <a:avLst/>
          </a:prstGeom>
          <a:noFill/>
        </p:spPr>
        <p:txBody>
          <a:bodyPr wrap="square" rtlCol="0">
            <a:spAutoFit/>
          </a:bodyPr>
          <a:lstStyle/>
          <a:p>
            <a:r>
              <a:rPr lang="es-MX" sz="1600" dirty="0" smtClean="0">
                <a:solidFill>
                  <a:srgbClr val="001156"/>
                </a:solidFill>
                <a:latin typeface="Neon 80s" panose="02010500000200060000" pitchFamily="2" charset="0"/>
              </a:rPr>
              <a:t>Bebidas</a:t>
            </a:r>
            <a:endParaRPr lang="es-MX" sz="1600" dirty="0" smtClean="0">
              <a:solidFill>
                <a:srgbClr val="001156"/>
              </a:solidFill>
              <a:latin typeface="Neon 80s" panose="02010500000200060000" pitchFamily="2" charset="0"/>
            </a:endParaRPr>
          </a:p>
        </p:txBody>
      </p:sp>
    </p:spTree>
    <p:extLst>
      <p:ext uri="{BB962C8B-B14F-4D97-AF65-F5344CB8AC3E}">
        <p14:creationId xmlns:p14="http://schemas.microsoft.com/office/powerpoint/2010/main" val="161960592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0048" y="-77822"/>
            <a:ext cx="12192000" cy="7026340"/>
          </a:xfrm>
        </p:spPr>
      </p:pic>
      <p:sp>
        <p:nvSpPr>
          <p:cNvPr id="5" name="Rectángulo 4"/>
          <p:cNvSpPr/>
          <p:nvPr/>
        </p:nvSpPr>
        <p:spPr>
          <a:xfrm>
            <a:off x="-10048" y="1"/>
            <a:ext cx="12202049" cy="6858000"/>
          </a:xfrm>
          <a:prstGeom prst="rect">
            <a:avLst/>
          </a:prstGeom>
          <a:solidFill>
            <a:srgbClr val="FFFFF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6" name="Imagen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68968" y="5787850"/>
            <a:ext cx="949568" cy="949568"/>
          </a:xfrm>
          <a:prstGeom prst="rect">
            <a:avLst/>
          </a:prstGeom>
        </p:spPr>
      </p:pic>
      <p:sp>
        <p:nvSpPr>
          <p:cNvPr id="11" name="Rectángulo 10"/>
          <p:cNvSpPr/>
          <p:nvPr/>
        </p:nvSpPr>
        <p:spPr>
          <a:xfrm>
            <a:off x="6070025" y="6348"/>
            <a:ext cx="6132025" cy="6858000"/>
          </a:xfrm>
          <a:prstGeom prst="rect">
            <a:avLst/>
          </a:prstGeom>
          <a:solidFill>
            <a:srgbClr val="FDFA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2" name="Rectángulo 11"/>
          <p:cNvSpPr/>
          <p:nvPr/>
        </p:nvSpPr>
        <p:spPr>
          <a:xfrm>
            <a:off x="0" y="0"/>
            <a:ext cx="6059977" cy="6858000"/>
          </a:xfrm>
          <a:prstGeom prst="rect">
            <a:avLst/>
          </a:prstGeom>
          <a:solidFill>
            <a:srgbClr val="0013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 name="CuadroTexto 6"/>
          <p:cNvSpPr txBox="1"/>
          <p:nvPr/>
        </p:nvSpPr>
        <p:spPr>
          <a:xfrm>
            <a:off x="2031015" y="2883164"/>
            <a:ext cx="1997947" cy="461665"/>
          </a:xfrm>
          <a:prstGeom prst="rect">
            <a:avLst/>
          </a:prstGeom>
          <a:noFill/>
        </p:spPr>
        <p:txBody>
          <a:bodyPr wrap="square" rtlCol="0">
            <a:spAutoFit/>
          </a:bodyPr>
          <a:lstStyle/>
          <a:p>
            <a:pPr algn="ctr"/>
            <a:r>
              <a:rPr lang="es-MX" sz="2400" dirty="0" smtClean="0">
                <a:solidFill>
                  <a:srgbClr val="F5F1EC"/>
                </a:solidFill>
                <a:latin typeface="Axiforma ExtraBold" panose="00000900000000000000" pitchFamily="50" charset="0"/>
              </a:rPr>
              <a:t>#0a1a56</a:t>
            </a:r>
            <a:endParaRPr lang="es-MX" sz="2400" dirty="0">
              <a:solidFill>
                <a:srgbClr val="F5F1EC"/>
              </a:solidFill>
              <a:latin typeface="Axiforma ExtraBold" panose="00000900000000000000" pitchFamily="50" charset="0"/>
            </a:endParaRPr>
          </a:p>
        </p:txBody>
      </p:sp>
      <p:sp>
        <p:nvSpPr>
          <p:cNvPr id="8" name="CuadroTexto 7"/>
          <p:cNvSpPr txBox="1"/>
          <p:nvPr/>
        </p:nvSpPr>
        <p:spPr>
          <a:xfrm>
            <a:off x="8137063" y="2883163"/>
            <a:ext cx="1997947" cy="461665"/>
          </a:xfrm>
          <a:prstGeom prst="rect">
            <a:avLst/>
          </a:prstGeom>
          <a:noFill/>
        </p:spPr>
        <p:txBody>
          <a:bodyPr wrap="square" rtlCol="0">
            <a:spAutoFit/>
          </a:bodyPr>
          <a:lstStyle/>
          <a:p>
            <a:pPr algn="ctr"/>
            <a:r>
              <a:rPr lang="es-MX" sz="2400" dirty="0" smtClean="0">
                <a:solidFill>
                  <a:srgbClr val="001357"/>
                </a:solidFill>
                <a:latin typeface="Axiforma ExtraBold" panose="00000900000000000000" pitchFamily="50" charset="0"/>
              </a:rPr>
              <a:t>#fcfaf5</a:t>
            </a:r>
            <a:endParaRPr lang="es-MX" sz="2400" dirty="0">
              <a:solidFill>
                <a:srgbClr val="001357"/>
              </a:solidFill>
              <a:latin typeface="Axiforma ExtraBold" panose="00000900000000000000" pitchFamily="50" charset="0"/>
            </a:endParaRPr>
          </a:p>
        </p:txBody>
      </p:sp>
      <p:pic>
        <p:nvPicPr>
          <p:cNvPr id="9" name="Imagen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80888" y="-1097280"/>
            <a:ext cx="3749040" cy="3749040"/>
          </a:xfrm>
          <a:prstGeom prst="rect">
            <a:avLst/>
          </a:prstGeom>
        </p:spPr>
      </p:pic>
      <p:pic>
        <p:nvPicPr>
          <p:cNvPr id="2" name="Imagen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6965" y="6845"/>
            <a:ext cx="6858000" cy="6858000"/>
          </a:xfrm>
          <a:prstGeom prst="rect">
            <a:avLst/>
          </a:prstGeom>
        </p:spPr>
      </p:pic>
      <p:pic>
        <p:nvPicPr>
          <p:cNvPr id="13" name="Imagen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21083" y="6845"/>
            <a:ext cx="6858000" cy="6858000"/>
          </a:xfrm>
          <a:prstGeom prst="rect">
            <a:avLst/>
          </a:prstGeom>
        </p:spPr>
      </p:pic>
    </p:spTree>
    <p:extLst>
      <p:ext uri="{BB962C8B-B14F-4D97-AF65-F5344CB8AC3E}">
        <p14:creationId xmlns:p14="http://schemas.microsoft.com/office/powerpoint/2010/main" val="359346832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MX"/>
          </a:p>
        </p:txBody>
      </p:sp>
      <p:sp>
        <p:nvSpPr>
          <p:cNvPr id="3" name="Subtítulo 2"/>
          <p:cNvSpPr>
            <a:spLocks noGrp="1"/>
          </p:cNvSpPr>
          <p:nvPr>
            <p:ph type="subTitle" idx="1"/>
          </p:nvPr>
        </p:nvSpPr>
        <p:spPr/>
        <p:txBody>
          <a:bodyPr/>
          <a:lstStyle/>
          <a:p>
            <a:endParaRPr lang="es-MX"/>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ítulo 1"/>
          <p:cNvSpPr txBox="1">
            <a:spLocks/>
          </p:cNvSpPr>
          <p:nvPr/>
        </p:nvSpPr>
        <p:spPr>
          <a:xfrm>
            <a:off x="459921" y="300164"/>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s-MX" sz="7200" dirty="0" smtClean="0">
                <a:solidFill>
                  <a:srgbClr val="001357"/>
                </a:solidFill>
                <a:latin typeface="Romely" pitchFamily="2" charset="0"/>
              </a:rPr>
              <a:t>Línea gráfica digital</a:t>
            </a:r>
            <a:endParaRPr lang="es-MX" sz="7200" dirty="0">
              <a:solidFill>
                <a:srgbClr val="001357"/>
              </a:solidFill>
              <a:latin typeface="Romely" pitchFamily="2" charset="0"/>
            </a:endParaRPr>
          </a:p>
        </p:txBody>
      </p:sp>
      <p:pic>
        <p:nvPicPr>
          <p:cNvPr id="4" name="Imagen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58501" y="1714868"/>
            <a:ext cx="2734887" cy="3418610"/>
          </a:xfrm>
          <a:prstGeom prst="rect">
            <a:avLst/>
          </a:prstGeom>
        </p:spPr>
      </p:pic>
      <p:pic>
        <p:nvPicPr>
          <p:cNvPr id="6" name="Imagen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43105" y="1714868"/>
            <a:ext cx="2734889" cy="3418610"/>
          </a:xfrm>
          <a:prstGeom prst="rect">
            <a:avLst/>
          </a:prstGeom>
        </p:spPr>
      </p:pic>
      <p:pic>
        <p:nvPicPr>
          <p:cNvPr id="8" name="Imagen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58111" y="1714869"/>
            <a:ext cx="2735570" cy="3419463"/>
          </a:xfrm>
          <a:prstGeom prst="rect">
            <a:avLst/>
          </a:prstGeom>
        </p:spPr>
      </p:pic>
      <p:pic>
        <p:nvPicPr>
          <p:cNvPr id="10" name="Imagen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45059" y="1717802"/>
            <a:ext cx="2733225" cy="3416531"/>
          </a:xfrm>
          <a:prstGeom prst="rect">
            <a:avLst/>
          </a:prstGeom>
        </p:spPr>
      </p:pic>
    </p:spTree>
    <p:extLst>
      <p:ext uri="{BB962C8B-B14F-4D97-AF65-F5344CB8AC3E}">
        <p14:creationId xmlns:p14="http://schemas.microsoft.com/office/powerpoint/2010/main" val="8241032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MX"/>
          </a:p>
        </p:txBody>
      </p:sp>
      <p:sp>
        <p:nvSpPr>
          <p:cNvPr id="3" name="Subtítulo 2"/>
          <p:cNvSpPr>
            <a:spLocks noGrp="1"/>
          </p:cNvSpPr>
          <p:nvPr>
            <p:ph type="subTitle" idx="1"/>
          </p:nvPr>
        </p:nvSpPr>
        <p:spPr/>
        <p:txBody>
          <a:bodyPr/>
          <a:lstStyle/>
          <a:p>
            <a:endParaRPr lang="es-MX"/>
          </a:p>
        </p:txBody>
      </p:sp>
      <p:pic>
        <p:nvPicPr>
          <p:cNvPr id="5" name="Imagen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ítulo 1"/>
          <p:cNvSpPr txBox="1">
            <a:spLocks/>
          </p:cNvSpPr>
          <p:nvPr/>
        </p:nvSpPr>
        <p:spPr>
          <a:xfrm>
            <a:off x="601237" y="251619"/>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s-MX" sz="7200" dirty="0" smtClean="0">
                <a:solidFill>
                  <a:srgbClr val="001357"/>
                </a:solidFill>
                <a:latin typeface="Romely" pitchFamily="2" charset="0"/>
              </a:rPr>
              <a:t>Uniformes</a:t>
            </a:r>
            <a:endParaRPr lang="es-MX" sz="7200" dirty="0">
              <a:solidFill>
                <a:srgbClr val="001357"/>
              </a:solidFill>
              <a:latin typeface="Romely" pitchFamily="2" charset="0"/>
            </a:endParaRPr>
          </a:p>
        </p:txBody>
      </p:sp>
      <p:pic>
        <p:nvPicPr>
          <p:cNvPr id="4" name="Imagen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6553" y="1355927"/>
            <a:ext cx="4091247" cy="4091247"/>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28685" y="1480774"/>
            <a:ext cx="3591513" cy="4103824"/>
          </a:xfrm>
          <a:prstGeom prst="rect">
            <a:avLst/>
          </a:prstGeom>
        </p:spPr>
      </p:pic>
      <p:pic>
        <p:nvPicPr>
          <p:cNvPr id="10" name="Imagen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96102" y="927627"/>
            <a:ext cx="4131493" cy="5164672"/>
          </a:xfrm>
          <a:prstGeom prst="rect">
            <a:avLst/>
          </a:prstGeom>
        </p:spPr>
      </p:pic>
      <p:pic>
        <p:nvPicPr>
          <p:cNvPr id="6" name="Imagen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13809" y="1326830"/>
            <a:ext cx="4025770" cy="4025770"/>
          </a:xfrm>
          <a:prstGeom prst="rect">
            <a:avLst/>
          </a:prstGeom>
        </p:spPr>
      </p:pic>
    </p:spTree>
    <p:extLst>
      <p:ext uri="{BB962C8B-B14F-4D97-AF65-F5344CB8AC3E}">
        <p14:creationId xmlns:p14="http://schemas.microsoft.com/office/powerpoint/2010/main" val="16661131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MX"/>
          </a:p>
        </p:txBody>
      </p:sp>
      <p:sp>
        <p:nvSpPr>
          <p:cNvPr id="3" name="Subtítulo 2"/>
          <p:cNvSpPr>
            <a:spLocks noGrp="1"/>
          </p:cNvSpPr>
          <p:nvPr>
            <p:ph type="subTitle" idx="1"/>
          </p:nvPr>
        </p:nvSpPr>
        <p:spPr/>
        <p:txBody>
          <a:bodyPr/>
          <a:lstStyle/>
          <a:p>
            <a:endParaRPr lang="es-MX"/>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Imagen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21981" y="1754981"/>
            <a:ext cx="3348037" cy="3348037"/>
          </a:xfrm>
          <a:prstGeom prst="rect">
            <a:avLst/>
          </a:prstGeom>
        </p:spPr>
      </p:pic>
      <p:pic>
        <p:nvPicPr>
          <p:cNvPr id="6" name="Imagen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5794" y="-532016"/>
            <a:ext cx="6031014" cy="8044923"/>
          </a:xfrm>
          <a:prstGeom prst="rect">
            <a:avLst/>
          </a:prstGeom>
        </p:spPr>
      </p:pic>
      <p:pic>
        <p:nvPicPr>
          <p:cNvPr id="7" name="Imagen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865219" y="-945532"/>
            <a:ext cx="6318766" cy="8749061"/>
          </a:xfrm>
          <a:prstGeom prst="rect">
            <a:avLst/>
          </a:prstGeom>
        </p:spPr>
      </p:pic>
      <p:pic>
        <p:nvPicPr>
          <p:cNvPr id="8" name="Imagen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30996" y="1472656"/>
            <a:ext cx="4392589" cy="4392589"/>
          </a:xfrm>
          <a:prstGeom prst="rect">
            <a:avLst/>
          </a:prstGeom>
        </p:spPr>
      </p:pic>
    </p:spTree>
    <p:extLst>
      <p:ext uri="{BB962C8B-B14F-4D97-AF65-F5344CB8AC3E}">
        <p14:creationId xmlns:p14="http://schemas.microsoft.com/office/powerpoint/2010/main" val="13853237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endParaRPr lang="es-MX"/>
          </a:p>
        </p:txBody>
      </p:sp>
      <p:sp>
        <p:nvSpPr>
          <p:cNvPr id="3" name="Subtítulo 2"/>
          <p:cNvSpPr>
            <a:spLocks noGrp="1"/>
          </p:cNvSpPr>
          <p:nvPr>
            <p:ph type="subTitle" idx="1"/>
          </p:nvPr>
        </p:nvSpPr>
        <p:spPr/>
        <p:txBody>
          <a:bodyPr/>
          <a:lstStyle/>
          <a:p>
            <a:endParaRPr lang="es-MX"/>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Imagen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21981" y="1754981"/>
            <a:ext cx="3348037" cy="3348037"/>
          </a:xfrm>
          <a:prstGeom prst="rect">
            <a:avLst/>
          </a:prstGeom>
        </p:spPr>
      </p:pic>
    </p:spTree>
    <p:extLst>
      <p:ext uri="{BB962C8B-B14F-4D97-AF65-F5344CB8AC3E}">
        <p14:creationId xmlns:p14="http://schemas.microsoft.com/office/powerpoint/2010/main" val="2301408770"/>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802</TotalTime>
  <Words>652</Words>
  <Application>Microsoft Office PowerPoint</Application>
  <PresentationFormat>Panorámica</PresentationFormat>
  <Paragraphs>69</Paragraphs>
  <Slides>20</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20</vt:i4>
      </vt:variant>
    </vt:vector>
  </HeadingPairs>
  <TitlesOfParts>
    <vt:vector size="29" baseType="lpstr">
      <vt:lpstr>Arial</vt:lpstr>
      <vt:lpstr>Axiforma Book</vt:lpstr>
      <vt:lpstr>Axiforma ExtraBold</vt:lpstr>
      <vt:lpstr>Calibri</vt:lpstr>
      <vt:lpstr>Calibri Light</vt:lpstr>
      <vt:lpstr>Mayonice</vt:lpstr>
      <vt:lpstr>Neon 80s</vt:lpstr>
      <vt:lpstr>Romely</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InKulpado666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 de Windows</dc:creator>
  <cp:lastModifiedBy>Usuario de Windows</cp:lastModifiedBy>
  <cp:revision>10</cp:revision>
  <dcterms:created xsi:type="dcterms:W3CDTF">2025-12-02T23:33:37Z</dcterms:created>
  <dcterms:modified xsi:type="dcterms:W3CDTF">2025-12-03T12:56:01Z</dcterms:modified>
</cp:coreProperties>
</file>